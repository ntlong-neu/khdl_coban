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3" r:id="rId1"/>
  </p:sldMasterIdLst>
  <p:notesMasterIdLst>
    <p:notesMasterId r:id="rId38"/>
  </p:notesMasterIdLst>
  <p:sldIdLst>
    <p:sldId id="256" r:id="rId2"/>
    <p:sldId id="269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315" r:id="rId12"/>
    <p:sldId id="280" r:id="rId13"/>
    <p:sldId id="277" r:id="rId14"/>
    <p:sldId id="278" r:id="rId15"/>
    <p:sldId id="279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90" r:id="rId24"/>
    <p:sldId id="292" r:id="rId25"/>
    <p:sldId id="308" r:id="rId26"/>
    <p:sldId id="309" r:id="rId27"/>
    <p:sldId id="310" r:id="rId28"/>
    <p:sldId id="293" r:id="rId29"/>
    <p:sldId id="311" r:id="rId30"/>
    <p:sldId id="314" r:id="rId31"/>
    <p:sldId id="305" r:id="rId32"/>
    <p:sldId id="312" r:id="rId33"/>
    <p:sldId id="307" r:id="rId34"/>
    <p:sldId id="313" r:id="rId35"/>
    <p:sldId id="303" r:id="rId36"/>
    <p:sldId id="30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D4261"/>
    <a:srgbClr val="FFD842"/>
    <a:srgbClr val="104D6B"/>
    <a:srgbClr val="073851"/>
    <a:srgbClr val="4A7DA7"/>
    <a:srgbClr val="FFD330"/>
    <a:srgbClr val="15425F"/>
    <a:srgbClr val="BB9400"/>
    <a:srgbClr val="FFD6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950F0-7ECA-4777-B37F-0298F6B5DDCF}" v="617" dt="2025-07-29T13:43:48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E31950F0-7ECA-4777-B37F-0298F6B5DDCF}"/>
    <pc:docChg chg="undo custSel addSld delSld modSld sldOrd">
      <pc:chgData name="Nguyen Tuan. Long" userId="e4e93a65-ca82-41ec-92c8-0e4fdb0a72ae" providerId="ADAL" clId="{E31950F0-7ECA-4777-B37F-0298F6B5DDCF}" dt="2025-07-30T03:43:24.566" v="1663" actId="20577"/>
      <pc:docMkLst>
        <pc:docMk/>
      </pc:docMkLst>
      <pc:sldChg chg="modSp mod">
        <pc:chgData name="Nguyen Tuan. Long" userId="e4e93a65-ca82-41ec-92c8-0e4fdb0a72ae" providerId="ADAL" clId="{E31950F0-7ECA-4777-B37F-0298F6B5DDCF}" dt="2025-07-28T11:50:34.105" v="34" actId="20577"/>
        <pc:sldMkLst>
          <pc:docMk/>
          <pc:sldMk cId="728605071" sldId="256"/>
        </pc:sldMkLst>
        <pc:spChg chg="mod">
          <ac:chgData name="Nguyen Tuan. Long" userId="e4e93a65-ca82-41ec-92c8-0e4fdb0a72ae" providerId="ADAL" clId="{E31950F0-7ECA-4777-B37F-0298F6B5DDCF}" dt="2025-07-28T11:50:34.105" v="34" actId="20577"/>
          <ac:spMkLst>
            <pc:docMk/>
            <pc:sldMk cId="728605071" sldId="256"/>
            <ac:spMk id="2" creationId="{AAE50545-3322-4312-B0BF-5362D10AB3FD}"/>
          </ac:spMkLst>
        </pc:spChg>
      </pc:sldChg>
      <pc:sldChg chg="addSp delSp modSp mod">
        <pc:chgData name="Nguyen Tuan. Long" userId="e4e93a65-ca82-41ec-92c8-0e4fdb0a72ae" providerId="ADAL" clId="{E31950F0-7ECA-4777-B37F-0298F6B5DDCF}" dt="2025-07-30T01:36:30.631" v="1662" actId="20577"/>
        <pc:sldMkLst>
          <pc:docMk/>
          <pc:sldMk cId="1985197783" sldId="258"/>
        </pc:sldMkLst>
        <pc:spChg chg="mod">
          <ac:chgData name="Nguyen Tuan. Long" userId="e4e93a65-ca82-41ec-92c8-0e4fdb0a72ae" providerId="ADAL" clId="{E31950F0-7ECA-4777-B37F-0298F6B5DDCF}" dt="2025-07-28T13:11:03.758" v="105"/>
          <ac:spMkLst>
            <pc:docMk/>
            <pc:sldMk cId="1985197783" sldId="258"/>
            <ac:spMk id="3" creationId="{3C9DBF5E-2388-4891-A741-1F2CD76B8B39}"/>
          </ac:spMkLst>
        </pc:spChg>
        <pc:spChg chg="add mod">
          <ac:chgData name="Nguyen Tuan. Long" userId="e4e93a65-ca82-41ec-92c8-0e4fdb0a72ae" providerId="ADAL" clId="{E31950F0-7ECA-4777-B37F-0298F6B5DDCF}" dt="2025-07-30T01:36:30.631" v="1662" actId="20577"/>
          <ac:spMkLst>
            <pc:docMk/>
            <pc:sldMk cId="1985197783" sldId="258"/>
            <ac:spMk id="6" creationId="{73A10BB7-036B-5DBC-056F-D94A2F3C0EAB}"/>
          </ac:spMkLst>
        </pc:spChg>
      </pc:sldChg>
      <pc:sldChg chg="del">
        <pc:chgData name="Nguyen Tuan. Long" userId="e4e93a65-ca82-41ec-92c8-0e4fdb0a72ae" providerId="ADAL" clId="{E31950F0-7ECA-4777-B37F-0298F6B5DDCF}" dt="2025-07-28T13:08:26.324" v="35" actId="47"/>
        <pc:sldMkLst>
          <pc:docMk/>
          <pc:sldMk cId="417465784" sldId="260"/>
        </pc:sldMkLst>
      </pc:sldChg>
      <pc:sldChg chg="addSp delSp modSp mod delAnim modAnim">
        <pc:chgData name="Nguyen Tuan. Long" userId="e4e93a65-ca82-41ec-92c8-0e4fdb0a72ae" providerId="ADAL" clId="{E31950F0-7ECA-4777-B37F-0298F6B5DDCF}" dt="2025-07-29T10:27:48.524" v="985" actId="6549"/>
        <pc:sldMkLst>
          <pc:docMk/>
          <pc:sldMk cId="1091674194" sldId="269"/>
        </pc:sldMkLst>
        <pc:spChg chg="mod">
          <ac:chgData name="Nguyen Tuan. Long" userId="e4e93a65-ca82-41ec-92c8-0e4fdb0a72ae" providerId="ADAL" clId="{E31950F0-7ECA-4777-B37F-0298F6B5DDCF}" dt="2025-07-28T13:10:40.847" v="104" actId="20577"/>
          <ac:spMkLst>
            <pc:docMk/>
            <pc:sldMk cId="1091674194" sldId="269"/>
            <ac:spMk id="4" creationId="{501D0AE0-C2DA-4E6C-A2B5-9CD31C66AED3}"/>
          </ac:spMkLst>
        </pc:spChg>
        <pc:spChg chg="add mod">
          <ac:chgData name="Nguyen Tuan. Long" userId="e4e93a65-ca82-41ec-92c8-0e4fdb0a72ae" providerId="ADAL" clId="{E31950F0-7ECA-4777-B37F-0298F6B5DDCF}" dt="2025-07-29T10:27:48.524" v="985" actId="6549"/>
          <ac:spMkLst>
            <pc:docMk/>
            <pc:sldMk cId="1091674194" sldId="269"/>
            <ac:spMk id="7" creationId="{A71E3FF1-5B7B-E027-BEE5-8920D297E878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3:12:37.279" v="123" actId="207"/>
        <pc:sldMkLst>
          <pc:docMk/>
          <pc:sldMk cId="1955393429" sldId="270"/>
        </pc:sldMkLst>
        <pc:spChg chg="add mod">
          <ac:chgData name="Nguyen Tuan. Long" userId="e4e93a65-ca82-41ec-92c8-0e4fdb0a72ae" providerId="ADAL" clId="{E31950F0-7ECA-4777-B37F-0298F6B5DDCF}" dt="2025-07-28T13:12:37.279" v="123" actId="207"/>
          <ac:spMkLst>
            <pc:docMk/>
            <pc:sldMk cId="1955393429" sldId="270"/>
            <ac:spMk id="2" creationId="{40464D29-1AEE-1594-2CF6-1247D5310665}"/>
          </ac:spMkLst>
        </pc:spChg>
        <pc:spChg chg="mod">
          <ac:chgData name="Nguyen Tuan. Long" userId="e4e93a65-ca82-41ec-92c8-0e4fdb0a72ae" providerId="ADAL" clId="{E31950F0-7ECA-4777-B37F-0298F6B5DDCF}" dt="2025-07-28T13:11:50.108" v="113"/>
          <ac:spMkLst>
            <pc:docMk/>
            <pc:sldMk cId="1955393429" sldId="270"/>
            <ac:spMk id="3" creationId="{9BE1691E-E387-4166-6DE1-2DBD8FB8B1C9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1:19:21.135" v="1338" actId="1076"/>
        <pc:sldMkLst>
          <pc:docMk/>
          <pc:sldMk cId="2716724198" sldId="271"/>
        </pc:sldMkLst>
        <pc:spChg chg="add mod">
          <ac:chgData name="Nguyen Tuan. Long" userId="e4e93a65-ca82-41ec-92c8-0e4fdb0a72ae" providerId="ADAL" clId="{E31950F0-7ECA-4777-B37F-0298F6B5DDCF}" dt="2025-07-29T11:19:21.135" v="1338" actId="1076"/>
          <ac:spMkLst>
            <pc:docMk/>
            <pc:sldMk cId="2716724198" sldId="271"/>
            <ac:spMk id="2" creationId="{5CA1AFBD-E0CB-989B-7D32-76E47D66C7E0}"/>
          </ac:spMkLst>
        </pc:spChg>
        <pc:spChg chg="mod">
          <ac:chgData name="Nguyen Tuan. Long" userId="e4e93a65-ca82-41ec-92c8-0e4fdb0a72ae" providerId="ADAL" clId="{E31950F0-7ECA-4777-B37F-0298F6B5DDCF}" dt="2025-07-28T13:12:52.956" v="124"/>
          <ac:spMkLst>
            <pc:docMk/>
            <pc:sldMk cId="2716724198" sldId="271"/>
            <ac:spMk id="3" creationId="{4267E842-3F79-D1CD-D2AC-2C68BC8860E3}"/>
          </ac:spMkLst>
        </pc:spChg>
        <pc:spChg chg="add mod">
          <ac:chgData name="Nguyen Tuan. Long" userId="e4e93a65-ca82-41ec-92c8-0e4fdb0a72ae" providerId="ADAL" clId="{E31950F0-7ECA-4777-B37F-0298F6B5DDCF}" dt="2025-07-29T11:19:06.108" v="1334" actId="123"/>
          <ac:spMkLst>
            <pc:docMk/>
            <pc:sldMk cId="2716724198" sldId="271"/>
            <ac:spMk id="6" creationId="{242C7252-B079-D612-8C95-24EDD122BDDD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1:19:29.422" v="1339" actId="1076"/>
        <pc:sldMkLst>
          <pc:docMk/>
          <pc:sldMk cId="2219393305" sldId="272"/>
        </pc:sldMkLst>
        <pc:spChg chg="add mod">
          <ac:chgData name="Nguyen Tuan. Long" userId="e4e93a65-ca82-41ec-92c8-0e4fdb0a72ae" providerId="ADAL" clId="{E31950F0-7ECA-4777-B37F-0298F6B5DDCF}" dt="2025-07-29T11:19:29.422" v="1339" actId="1076"/>
          <ac:spMkLst>
            <pc:docMk/>
            <pc:sldMk cId="2219393305" sldId="272"/>
            <ac:spMk id="2" creationId="{D00F032D-3FE1-3DDC-9475-20E51FF75F38}"/>
          </ac:spMkLst>
        </pc:spChg>
        <pc:spChg chg="mod">
          <ac:chgData name="Nguyen Tuan. Long" userId="e4e93a65-ca82-41ec-92c8-0e4fdb0a72ae" providerId="ADAL" clId="{E31950F0-7ECA-4777-B37F-0298F6B5DDCF}" dt="2025-07-28T13:14:51.548" v="148"/>
          <ac:spMkLst>
            <pc:docMk/>
            <pc:sldMk cId="2219393305" sldId="272"/>
            <ac:spMk id="3" creationId="{9CC0A721-EA16-7954-0E6E-FEBFCE6E3BDC}"/>
          </ac:spMkLst>
        </pc:spChg>
      </pc:sldChg>
      <pc:sldChg chg="addSp delSp modSp add mod modAnim">
        <pc:chgData name="Nguyen Tuan. Long" userId="e4e93a65-ca82-41ec-92c8-0e4fdb0a72ae" providerId="ADAL" clId="{E31950F0-7ECA-4777-B37F-0298F6B5DDCF}" dt="2025-07-28T13:18:06.433" v="176" actId="6549"/>
        <pc:sldMkLst>
          <pc:docMk/>
          <pc:sldMk cId="2280717912" sldId="273"/>
        </pc:sldMkLst>
        <pc:spChg chg="add mod">
          <ac:chgData name="Nguyen Tuan. Long" userId="e4e93a65-ca82-41ec-92c8-0e4fdb0a72ae" providerId="ADAL" clId="{E31950F0-7ECA-4777-B37F-0298F6B5DDCF}" dt="2025-07-28T13:18:06.433" v="176" actId="6549"/>
          <ac:spMkLst>
            <pc:docMk/>
            <pc:sldMk cId="2280717912" sldId="273"/>
            <ac:spMk id="2" creationId="{0D8415AE-7554-46EC-A0DD-9A50247B03D7}"/>
          </ac:spMkLst>
        </pc:spChg>
        <pc:spChg chg="mod">
          <ac:chgData name="Nguyen Tuan. Long" userId="e4e93a65-ca82-41ec-92c8-0e4fdb0a72ae" providerId="ADAL" clId="{E31950F0-7ECA-4777-B37F-0298F6B5DDCF}" dt="2025-07-28T13:15:50.870" v="156"/>
          <ac:spMkLst>
            <pc:docMk/>
            <pc:sldMk cId="2280717912" sldId="273"/>
            <ac:spMk id="3" creationId="{8BB832FF-E278-7052-079C-6F48AAB3AB9B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3:43:48.159" v="1655" actId="255"/>
        <pc:sldMkLst>
          <pc:docMk/>
          <pc:sldMk cId="2238709455" sldId="274"/>
        </pc:sldMkLst>
        <pc:spChg chg="add mod">
          <ac:chgData name="Nguyen Tuan. Long" userId="e4e93a65-ca82-41ec-92c8-0e4fdb0a72ae" providerId="ADAL" clId="{E31950F0-7ECA-4777-B37F-0298F6B5DDCF}" dt="2025-07-29T13:43:48.159" v="1655" actId="255"/>
          <ac:spMkLst>
            <pc:docMk/>
            <pc:sldMk cId="2238709455" sldId="274"/>
            <ac:spMk id="2" creationId="{CD7E6729-9D86-3936-2A58-01DD63DEB1B2}"/>
          </ac:spMkLst>
        </pc:spChg>
        <pc:spChg chg="mod">
          <ac:chgData name="Nguyen Tuan. Long" userId="e4e93a65-ca82-41ec-92c8-0e4fdb0a72ae" providerId="ADAL" clId="{E31950F0-7ECA-4777-B37F-0298F6B5DDCF}" dt="2025-07-28T13:18:43.058" v="177"/>
          <ac:spMkLst>
            <pc:docMk/>
            <pc:sldMk cId="2238709455" sldId="274"/>
            <ac:spMk id="3" creationId="{CCAD3A52-FB44-09FA-74A9-C2A40AA7FAD6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2:22:19.222" v="1360" actId="1076"/>
        <pc:sldMkLst>
          <pc:docMk/>
          <pc:sldMk cId="1960000875" sldId="275"/>
        </pc:sldMkLst>
        <pc:spChg chg="add mod">
          <ac:chgData name="Nguyen Tuan. Long" userId="e4e93a65-ca82-41ec-92c8-0e4fdb0a72ae" providerId="ADAL" clId="{E31950F0-7ECA-4777-B37F-0298F6B5DDCF}" dt="2025-07-29T12:22:19.222" v="1360" actId="1076"/>
          <ac:spMkLst>
            <pc:docMk/>
            <pc:sldMk cId="1960000875" sldId="275"/>
            <ac:spMk id="2" creationId="{C8832467-8868-3DF5-4A5F-A78F3D6FD1C4}"/>
          </ac:spMkLst>
        </pc:spChg>
        <pc:spChg chg="mod">
          <ac:chgData name="Nguyen Tuan. Long" userId="e4e93a65-ca82-41ec-92c8-0e4fdb0a72ae" providerId="ADAL" clId="{E31950F0-7ECA-4777-B37F-0298F6B5DDCF}" dt="2025-07-28T13:19:43.551" v="189"/>
          <ac:spMkLst>
            <pc:docMk/>
            <pc:sldMk cId="1960000875" sldId="275"/>
            <ac:spMk id="3" creationId="{609C009C-9AE6-9C16-D664-C9C7BF672893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3:21:45.269" v="208" actId="123"/>
        <pc:sldMkLst>
          <pc:docMk/>
          <pc:sldMk cId="3712625326" sldId="276"/>
        </pc:sldMkLst>
        <pc:spChg chg="add mod">
          <ac:chgData name="Nguyen Tuan. Long" userId="e4e93a65-ca82-41ec-92c8-0e4fdb0a72ae" providerId="ADAL" clId="{E31950F0-7ECA-4777-B37F-0298F6B5DDCF}" dt="2025-07-28T13:21:45.269" v="208" actId="123"/>
          <ac:spMkLst>
            <pc:docMk/>
            <pc:sldMk cId="3712625326" sldId="276"/>
            <ac:spMk id="2" creationId="{136901F9-C8BC-8C19-8F4F-12378EBAD601}"/>
          </ac:spMkLst>
        </pc:spChg>
        <pc:spChg chg="mod">
          <ac:chgData name="Nguyen Tuan. Long" userId="e4e93a65-ca82-41ec-92c8-0e4fdb0a72ae" providerId="ADAL" clId="{E31950F0-7ECA-4777-B37F-0298F6B5DDCF}" dt="2025-07-28T13:20:36.674" v="196"/>
          <ac:spMkLst>
            <pc:docMk/>
            <pc:sldMk cId="3712625326" sldId="276"/>
            <ac:spMk id="3" creationId="{FDDA4752-4CFD-A61C-CA5B-0C5EA367A339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3:26:23.296" v="267" actId="255"/>
        <pc:sldMkLst>
          <pc:docMk/>
          <pc:sldMk cId="1667317582" sldId="277"/>
        </pc:sldMkLst>
        <pc:spChg chg="add mod">
          <ac:chgData name="Nguyen Tuan. Long" userId="e4e93a65-ca82-41ec-92c8-0e4fdb0a72ae" providerId="ADAL" clId="{E31950F0-7ECA-4777-B37F-0298F6B5DDCF}" dt="2025-07-28T13:25:13.704" v="253" actId="14100"/>
          <ac:spMkLst>
            <pc:docMk/>
            <pc:sldMk cId="1667317582" sldId="277"/>
            <ac:spMk id="2" creationId="{4A7665A9-A3C7-ABA3-24AD-4346CEDE3A8E}"/>
          </ac:spMkLst>
        </pc:spChg>
        <pc:spChg chg="mod">
          <ac:chgData name="Nguyen Tuan. Long" userId="e4e93a65-ca82-41ec-92c8-0e4fdb0a72ae" providerId="ADAL" clId="{E31950F0-7ECA-4777-B37F-0298F6B5DDCF}" dt="2025-07-28T13:22:27.893" v="225" actId="20577"/>
          <ac:spMkLst>
            <pc:docMk/>
            <pc:sldMk cId="1667317582" sldId="277"/>
            <ac:spMk id="3" creationId="{B48DA5DC-7226-CAB6-1F61-2603CE08956E}"/>
          </ac:spMkLst>
        </pc:spChg>
        <pc:spChg chg="add mod">
          <ac:chgData name="Nguyen Tuan. Long" userId="e4e93a65-ca82-41ec-92c8-0e4fdb0a72ae" providerId="ADAL" clId="{E31950F0-7ECA-4777-B37F-0298F6B5DDCF}" dt="2025-07-28T13:26:23.296" v="267" actId="255"/>
          <ac:spMkLst>
            <pc:docMk/>
            <pc:sldMk cId="1667317582" sldId="277"/>
            <ac:spMk id="6" creationId="{6130046F-D1CB-6E1C-A3F2-37B26B791D91}"/>
          </ac:spMkLst>
        </pc:spChg>
        <pc:picChg chg="add mod">
          <ac:chgData name="Nguyen Tuan. Long" userId="e4e93a65-ca82-41ec-92c8-0e4fdb0a72ae" providerId="ADAL" clId="{E31950F0-7ECA-4777-B37F-0298F6B5DDCF}" dt="2025-07-28T13:25:08.715" v="252" actId="14100"/>
          <ac:picMkLst>
            <pc:docMk/>
            <pc:sldMk cId="1667317582" sldId="277"/>
            <ac:picMk id="10242" creationId="{62592623-C338-C2BD-8EB8-2E1A6A8C04E9}"/>
          </ac:picMkLst>
        </pc:picChg>
      </pc:sldChg>
      <pc:sldChg chg="modSp add mod">
        <pc:chgData name="Nguyen Tuan. Long" userId="e4e93a65-ca82-41ec-92c8-0e4fdb0a72ae" providerId="ADAL" clId="{E31950F0-7ECA-4777-B37F-0298F6B5DDCF}" dt="2025-07-28T13:27:18.293" v="274" actId="123"/>
        <pc:sldMkLst>
          <pc:docMk/>
          <pc:sldMk cId="2104063386" sldId="278"/>
        </pc:sldMkLst>
        <pc:spChg chg="mod">
          <ac:chgData name="Nguyen Tuan. Long" userId="e4e93a65-ca82-41ec-92c8-0e4fdb0a72ae" providerId="ADAL" clId="{E31950F0-7ECA-4777-B37F-0298F6B5DDCF}" dt="2025-07-28T13:26:49.880" v="270" actId="27636"/>
          <ac:spMkLst>
            <pc:docMk/>
            <pc:sldMk cId="2104063386" sldId="278"/>
            <ac:spMk id="3" creationId="{16DAA3D2-2D6B-1F42-9CF1-7E7DD5AA2AB4}"/>
          </ac:spMkLst>
        </pc:spChg>
        <pc:spChg chg="mod">
          <ac:chgData name="Nguyen Tuan. Long" userId="e4e93a65-ca82-41ec-92c8-0e4fdb0a72ae" providerId="ADAL" clId="{E31950F0-7ECA-4777-B37F-0298F6B5DDCF}" dt="2025-07-28T13:27:18.293" v="274" actId="123"/>
          <ac:spMkLst>
            <pc:docMk/>
            <pc:sldMk cId="2104063386" sldId="278"/>
            <ac:spMk id="5" creationId="{6CBFF47C-80C7-E9EB-D60E-4B20169675D9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3:32:33.574" v="279" actId="14100"/>
        <pc:sldMkLst>
          <pc:docMk/>
          <pc:sldMk cId="2412070128" sldId="279"/>
        </pc:sldMkLst>
        <pc:spChg chg="mod">
          <ac:chgData name="Nguyen Tuan. Long" userId="e4e93a65-ca82-41ec-92c8-0e4fdb0a72ae" providerId="ADAL" clId="{E31950F0-7ECA-4777-B37F-0298F6B5DDCF}" dt="2025-07-28T13:27:47.277" v="275"/>
          <ac:spMkLst>
            <pc:docMk/>
            <pc:sldMk cId="2412070128" sldId="279"/>
            <ac:spMk id="3" creationId="{AA318F9E-8A0A-1351-510C-DC118D5A0399}"/>
          </ac:spMkLst>
        </pc:spChg>
        <pc:spChg chg="add mod">
          <ac:chgData name="Nguyen Tuan. Long" userId="e4e93a65-ca82-41ec-92c8-0e4fdb0a72ae" providerId="ADAL" clId="{E31950F0-7ECA-4777-B37F-0298F6B5DDCF}" dt="2025-07-28T13:32:33.574" v="279" actId="14100"/>
          <ac:spMkLst>
            <pc:docMk/>
            <pc:sldMk cId="2412070128" sldId="279"/>
            <ac:spMk id="4" creationId="{E0530E9E-888F-1FA3-176D-1888A17645D5}"/>
          </ac:spMkLst>
        </pc:spChg>
      </pc:sldChg>
      <pc:sldChg chg="addSp delSp modSp add mod ord">
        <pc:chgData name="Nguyen Tuan. Long" userId="e4e93a65-ca82-41ec-92c8-0e4fdb0a72ae" providerId="ADAL" clId="{E31950F0-7ECA-4777-B37F-0298F6B5DDCF}" dt="2025-07-29T13:33:40.154" v="1610" actId="20577"/>
        <pc:sldMkLst>
          <pc:docMk/>
          <pc:sldMk cId="2456543557" sldId="280"/>
        </pc:sldMkLst>
        <pc:spChg chg="mod">
          <ac:chgData name="Nguyen Tuan. Long" userId="e4e93a65-ca82-41ec-92c8-0e4fdb0a72ae" providerId="ADAL" clId="{E31950F0-7ECA-4777-B37F-0298F6B5DDCF}" dt="2025-07-29T13:33:40.154" v="1610" actId="20577"/>
          <ac:spMkLst>
            <pc:docMk/>
            <pc:sldMk cId="2456543557" sldId="280"/>
            <ac:spMk id="3" creationId="{E8524BE3-0853-4E27-8922-D70133C98F16}"/>
          </ac:spMkLst>
        </pc:spChg>
        <pc:spChg chg="add mod">
          <ac:chgData name="Nguyen Tuan. Long" userId="e4e93a65-ca82-41ec-92c8-0e4fdb0a72ae" providerId="ADAL" clId="{E31950F0-7ECA-4777-B37F-0298F6B5DDCF}" dt="2025-07-28T13:52:17.372" v="327" actId="14100"/>
          <ac:spMkLst>
            <pc:docMk/>
            <pc:sldMk cId="2456543557" sldId="280"/>
            <ac:spMk id="4" creationId="{7A31AF29-45D1-B6E2-FE61-F9E14B0755C3}"/>
          </ac:spMkLst>
        </pc:spChg>
        <pc:spChg chg="add mod">
          <ac:chgData name="Nguyen Tuan. Long" userId="e4e93a65-ca82-41ec-92c8-0e4fdb0a72ae" providerId="ADAL" clId="{E31950F0-7ECA-4777-B37F-0298F6B5DDCF}" dt="2025-07-28T13:53:49.043" v="335" actId="208"/>
          <ac:spMkLst>
            <pc:docMk/>
            <pc:sldMk cId="2456543557" sldId="280"/>
            <ac:spMk id="12" creationId="{2EB22B9B-7806-6594-1AF9-88C9741D7F3E}"/>
          </ac:spMkLst>
        </pc:spChg>
        <pc:picChg chg="add mod">
          <ac:chgData name="Nguyen Tuan. Long" userId="e4e93a65-ca82-41ec-92c8-0e4fdb0a72ae" providerId="ADAL" clId="{E31950F0-7ECA-4777-B37F-0298F6B5DDCF}" dt="2025-07-28T13:52:16.699" v="326" actId="1076"/>
          <ac:picMkLst>
            <pc:docMk/>
            <pc:sldMk cId="2456543557" sldId="280"/>
            <ac:picMk id="10" creationId="{CDDD8D42-8725-AE89-DB67-EE6AFC00E842}"/>
          </ac:picMkLst>
        </pc:picChg>
      </pc:sldChg>
      <pc:sldChg chg="addSp delSp modSp add mod">
        <pc:chgData name="Nguyen Tuan. Long" userId="e4e93a65-ca82-41ec-92c8-0e4fdb0a72ae" providerId="ADAL" clId="{E31950F0-7ECA-4777-B37F-0298F6B5DDCF}" dt="2025-07-28T13:57:47.278" v="354" actId="1076"/>
        <pc:sldMkLst>
          <pc:docMk/>
          <pc:sldMk cId="2226414881" sldId="281"/>
        </pc:sldMkLst>
        <pc:spChg chg="mod">
          <ac:chgData name="Nguyen Tuan. Long" userId="e4e93a65-ca82-41ec-92c8-0e4fdb0a72ae" providerId="ADAL" clId="{E31950F0-7ECA-4777-B37F-0298F6B5DDCF}" dt="2025-07-28T13:54:12.918" v="336"/>
          <ac:spMkLst>
            <pc:docMk/>
            <pc:sldMk cId="2226414881" sldId="281"/>
            <ac:spMk id="3" creationId="{A290C93D-ACFC-0F8D-023C-C7B82D700A45}"/>
          </ac:spMkLst>
        </pc:spChg>
        <pc:spChg chg="add mod">
          <ac:chgData name="Nguyen Tuan. Long" userId="e4e93a65-ca82-41ec-92c8-0e4fdb0a72ae" providerId="ADAL" clId="{E31950F0-7ECA-4777-B37F-0298F6B5DDCF}" dt="2025-07-28T13:57:43.940" v="353" actId="1076"/>
          <ac:spMkLst>
            <pc:docMk/>
            <pc:sldMk cId="2226414881" sldId="281"/>
            <ac:spMk id="4" creationId="{44414D3C-DCEF-A06F-E0F7-1C33D3589B39}"/>
          </ac:spMkLst>
        </pc:spChg>
        <pc:picChg chg="add mod">
          <ac:chgData name="Nguyen Tuan. Long" userId="e4e93a65-ca82-41ec-92c8-0e4fdb0a72ae" providerId="ADAL" clId="{E31950F0-7ECA-4777-B37F-0298F6B5DDCF}" dt="2025-07-28T13:57:47.278" v="354" actId="1076"/>
          <ac:picMkLst>
            <pc:docMk/>
            <pc:sldMk cId="2226414881" sldId="281"/>
            <ac:picMk id="8" creationId="{A89CDE3D-4974-4662-9401-50DF6B828BFD}"/>
          </ac:picMkLst>
        </pc:picChg>
      </pc:sldChg>
      <pc:sldChg chg="addSp delSp modSp add mod">
        <pc:chgData name="Nguyen Tuan. Long" userId="e4e93a65-ca82-41ec-92c8-0e4fdb0a72ae" providerId="ADAL" clId="{E31950F0-7ECA-4777-B37F-0298F6B5DDCF}" dt="2025-07-28T13:58:57.370" v="366" actId="1036"/>
        <pc:sldMkLst>
          <pc:docMk/>
          <pc:sldMk cId="4040583455" sldId="282"/>
        </pc:sldMkLst>
        <pc:spChg chg="add mod">
          <ac:chgData name="Nguyen Tuan. Long" userId="e4e93a65-ca82-41ec-92c8-0e4fdb0a72ae" providerId="ADAL" clId="{E31950F0-7ECA-4777-B37F-0298F6B5DDCF}" dt="2025-07-28T13:58:57.370" v="366" actId="1036"/>
          <ac:spMkLst>
            <pc:docMk/>
            <pc:sldMk cId="4040583455" sldId="282"/>
            <ac:spMk id="2" creationId="{397AB00B-2F2D-F291-891C-968CE2A3A511}"/>
          </ac:spMkLst>
        </pc:spChg>
        <pc:spChg chg="mod">
          <ac:chgData name="Nguyen Tuan. Long" userId="e4e93a65-ca82-41ec-92c8-0e4fdb0a72ae" providerId="ADAL" clId="{E31950F0-7ECA-4777-B37F-0298F6B5DDCF}" dt="2025-07-28T13:58:13.146" v="355"/>
          <ac:spMkLst>
            <pc:docMk/>
            <pc:sldMk cId="4040583455" sldId="282"/>
            <ac:spMk id="3" creationId="{52F65C5E-3CB6-5091-0B8D-E8BCF1584962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4:01:58.715" v="454" actId="14100"/>
        <pc:sldMkLst>
          <pc:docMk/>
          <pc:sldMk cId="1693897045" sldId="283"/>
        </pc:sldMkLst>
        <pc:spChg chg="add mod">
          <ac:chgData name="Nguyen Tuan. Long" userId="e4e93a65-ca82-41ec-92c8-0e4fdb0a72ae" providerId="ADAL" clId="{E31950F0-7ECA-4777-B37F-0298F6B5DDCF}" dt="2025-07-28T14:00:57.276" v="386" actId="1076"/>
          <ac:spMkLst>
            <pc:docMk/>
            <pc:sldMk cId="1693897045" sldId="283"/>
            <ac:spMk id="2" creationId="{4F9B4E9A-42AA-7687-8E5A-22F24C6275D2}"/>
          </ac:spMkLst>
        </pc:spChg>
        <pc:spChg chg="mod">
          <ac:chgData name="Nguyen Tuan. Long" userId="e4e93a65-ca82-41ec-92c8-0e4fdb0a72ae" providerId="ADAL" clId="{E31950F0-7ECA-4777-B37F-0298F6B5DDCF}" dt="2025-07-28T13:59:30.713" v="370"/>
          <ac:spMkLst>
            <pc:docMk/>
            <pc:sldMk cId="1693897045" sldId="283"/>
            <ac:spMk id="3" creationId="{D8EBD23C-326B-994A-7FF3-7F22BB9B38DF}"/>
          </ac:spMkLst>
        </pc:spChg>
        <pc:picChg chg="add mod">
          <ac:chgData name="Nguyen Tuan. Long" userId="e4e93a65-ca82-41ec-92c8-0e4fdb0a72ae" providerId="ADAL" clId="{E31950F0-7ECA-4777-B37F-0298F6B5DDCF}" dt="2025-07-28T14:01:52.828" v="447" actId="1076"/>
          <ac:picMkLst>
            <pc:docMk/>
            <pc:sldMk cId="1693897045" sldId="283"/>
            <ac:picMk id="12291" creationId="{C16E2973-C4E0-09CF-3AEE-2B5FE9A91697}"/>
          </ac:picMkLst>
        </pc:picChg>
        <pc:picChg chg="add mod">
          <ac:chgData name="Nguyen Tuan. Long" userId="e4e93a65-ca82-41ec-92c8-0e4fdb0a72ae" providerId="ADAL" clId="{E31950F0-7ECA-4777-B37F-0298F6B5DDCF}" dt="2025-07-28T14:01:58.715" v="454" actId="14100"/>
          <ac:picMkLst>
            <pc:docMk/>
            <pc:sldMk cId="1693897045" sldId="283"/>
            <ac:picMk id="12293" creationId="{9641DC65-2683-B8D0-AB7E-E098EA5A3A87}"/>
          </ac:picMkLst>
        </pc:picChg>
      </pc:sldChg>
      <pc:sldChg chg="addSp delSp modSp add mod modAnim">
        <pc:chgData name="Nguyen Tuan. Long" userId="e4e93a65-ca82-41ec-92c8-0e4fdb0a72ae" providerId="ADAL" clId="{E31950F0-7ECA-4777-B37F-0298F6B5DDCF}" dt="2025-07-28T14:03:52.324" v="482"/>
        <pc:sldMkLst>
          <pc:docMk/>
          <pc:sldMk cId="3506009138" sldId="284"/>
        </pc:sldMkLst>
        <pc:spChg chg="add mod">
          <ac:chgData name="Nguyen Tuan. Long" userId="e4e93a65-ca82-41ec-92c8-0e4fdb0a72ae" providerId="ADAL" clId="{E31950F0-7ECA-4777-B37F-0298F6B5DDCF}" dt="2025-07-28T14:03:47.762" v="481" actId="1035"/>
          <ac:spMkLst>
            <pc:docMk/>
            <pc:sldMk cId="3506009138" sldId="284"/>
            <ac:spMk id="2" creationId="{B97BFAFF-B83D-A1C6-4118-45E7CD1A470E}"/>
          </ac:spMkLst>
        </pc:spChg>
        <pc:spChg chg="mod">
          <ac:chgData name="Nguyen Tuan. Long" userId="e4e93a65-ca82-41ec-92c8-0e4fdb0a72ae" providerId="ADAL" clId="{E31950F0-7ECA-4777-B37F-0298F6B5DDCF}" dt="2025-07-28T14:02:41.527" v="459" actId="313"/>
          <ac:spMkLst>
            <pc:docMk/>
            <pc:sldMk cId="3506009138" sldId="284"/>
            <ac:spMk id="3" creationId="{429FDCCA-FEC3-206B-E3C3-11081109E1B3}"/>
          </ac:spMkLst>
        </pc:spChg>
      </pc:sldChg>
      <pc:sldChg chg="addSp delSp modSp add mod modAnim">
        <pc:chgData name="Nguyen Tuan. Long" userId="e4e93a65-ca82-41ec-92c8-0e4fdb0a72ae" providerId="ADAL" clId="{E31950F0-7ECA-4777-B37F-0298F6B5DDCF}" dt="2025-07-28T14:06:25.121" v="498"/>
        <pc:sldMkLst>
          <pc:docMk/>
          <pc:sldMk cId="3810825385" sldId="285"/>
        </pc:sldMkLst>
        <pc:spChg chg="add mod">
          <ac:chgData name="Nguyen Tuan. Long" userId="e4e93a65-ca82-41ec-92c8-0e4fdb0a72ae" providerId="ADAL" clId="{E31950F0-7ECA-4777-B37F-0298F6B5DDCF}" dt="2025-07-28T14:05:52.947" v="497" actId="6549"/>
          <ac:spMkLst>
            <pc:docMk/>
            <pc:sldMk cId="3810825385" sldId="285"/>
            <ac:spMk id="2" creationId="{578582C3-39B3-2A5D-9819-31266B3F1887}"/>
          </ac:spMkLst>
        </pc:spChg>
        <pc:spChg chg="mod">
          <ac:chgData name="Nguyen Tuan. Long" userId="e4e93a65-ca82-41ec-92c8-0e4fdb0a72ae" providerId="ADAL" clId="{E31950F0-7ECA-4777-B37F-0298F6B5DDCF}" dt="2025-07-28T14:04:34.090" v="483"/>
          <ac:spMkLst>
            <pc:docMk/>
            <pc:sldMk cId="3810825385" sldId="285"/>
            <ac:spMk id="3" creationId="{CF4AFB72-04E2-7D6C-367D-05BCF1693BE1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8T14:08:37.219" v="521" actId="1036"/>
        <pc:sldMkLst>
          <pc:docMk/>
          <pc:sldMk cId="3284052319" sldId="286"/>
        </pc:sldMkLst>
        <pc:spChg chg="add mod">
          <ac:chgData name="Nguyen Tuan. Long" userId="e4e93a65-ca82-41ec-92c8-0e4fdb0a72ae" providerId="ADAL" clId="{E31950F0-7ECA-4777-B37F-0298F6B5DDCF}" dt="2025-07-28T14:08:37.219" v="521" actId="1036"/>
          <ac:spMkLst>
            <pc:docMk/>
            <pc:sldMk cId="3284052319" sldId="286"/>
            <ac:spMk id="2" creationId="{866384E3-4775-BB89-F6B1-92A2361529E9}"/>
          </ac:spMkLst>
        </pc:spChg>
        <pc:spChg chg="mod">
          <ac:chgData name="Nguyen Tuan. Long" userId="e4e93a65-ca82-41ec-92c8-0e4fdb0a72ae" providerId="ADAL" clId="{E31950F0-7ECA-4777-B37F-0298F6B5DDCF}" dt="2025-07-28T14:06:43.876" v="499"/>
          <ac:spMkLst>
            <pc:docMk/>
            <pc:sldMk cId="3284052319" sldId="286"/>
            <ac:spMk id="3" creationId="{DDA90771-82E4-26DF-218D-911BCC6A77CA}"/>
          </ac:spMkLst>
        </pc:spChg>
      </pc:sldChg>
      <pc:sldChg chg="modSp add mod">
        <pc:chgData name="Nguyen Tuan. Long" userId="e4e93a65-ca82-41ec-92c8-0e4fdb0a72ae" providerId="ADAL" clId="{E31950F0-7ECA-4777-B37F-0298F6B5DDCF}" dt="2025-07-29T12:50:24.441" v="1497" actId="113"/>
        <pc:sldMkLst>
          <pc:docMk/>
          <pc:sldMk cId="3839248660" sldId="287"/>
        </pc:sldMkLst>
        <pc:spChg chg="mod">
          <ac:chgData name="Nguyen Tuan. Long" userId="e4e93a65-ca82-41ec-92c8-0e4fdb0a72ae" providerId="ADAL" clId="{E31950F0-7ECA-4777-B37F-0298F6B5DDCF}" dt="2025-07-29T08:56:25.619" v="595" actId="20577"/>
          <ac:spMkLst>
            <pc:docMk/>
            <pc:sldMk cId="3839248660" sldId="287"/>
            <ac:spMk id="3" creationId="{064DECD0-0892-DE32-ABC1-B8AC502CCD7B}"/>
          </ac:spMkLst>
        </pc:spChg>
        <pc:spChg chg="mod">
          <ac:chgData name="Nguyen Tuan. Long" userId="e4e93a65-ca82-41ec-92c8-0e4fdb0a72ae" providerId="ADAL" clId="{E31950F0-7ECA-4777-B37F-0298F6B5DDCF}" dt="2025-07-29T12:50:24.441" v="1497" actId="113"/>
          <ac:spMkLst>
            <pc:docMk/>
            <pc:sldMk cId="3839248660" sldId="287"/>
            <ac:spMk id="5" creationId="{EC634920-87FC-4C2E-97F3-36C20DA9670D}"/>
          </ac:spMkLst>
        </pc:spChg>
      </pc:sldChg>
      <pc:sldChg chg="addSp delSp modSp add del mod">
        <pc:chgData name="Nguyen Tuan. Long" userId="e4e93a65-ca82-41ec-92c8-0e4fdb0a72ae" providerId="ADAL" clId="{E31950F0-7ECA-4777-B37F-0298F6B5DDCF}" dt="2025-07-29T08:50:31.212" v="581" actId="47"/>
        <pc:sldMkLst>
          <pc:docMk/>
          <pc:sldMk cId="2963463909" sldId="288"/>
        </pc:sldMkLst>
      </pc:sldChg>
      <pc:sldChg chg="addSp delSp modSp add del mod">
        <pc:chgData name="Nguyen Tuan. Long" userId="e4e93a65-ca82-41ec-92c8-0e4fdb0a72ae" providerId="ADAL" clId="{E31950F0-7ECA-4777-B37F-0298F6B5DDCF}" dt="2025-07-29T08:51:17.836" v="584" actId="47"/>
        <pc:sldMkLst>
          <pc:docMk/>
          <pc:sldMk cId="1571096044" sldId="289"/>
        </pc:sldMkLst>
      </pc:sldChg>
      <pc:sldChg chg="addSp delSp modSp add mod">
        <pc:chgData name="Nguyen Tuan. Long" userId="e4e93a65-ca82-41ec-92c8-0e4fdb0a72ae" providerId="ADAL" clId="{E31950F0-7ECA-4777-B37F-0298F6B5DDCF}" dt="2025-07-29T08:57:02.850" v="598" actId="255"/>
        <pc:sldMkLst>
          <pc:docMk/>
          <pc:sldMk cId="3967897876" sldId="290"/>
        </pc:sldMkLst>
        <pc:spChg chg="add mod">
          <ac:chgData name="Nguyen Tuan. Long" userId="e4e93a65-ca82-41ec-92c8-0e4fdb0a72ae" providerId="ADAL" clId="{E31950F0-7ECA-4777-B37F-0298F6B5DDCF}" dt="2025-07-29T08:57:02.850" v="598" actId="255"/>
          <ac:spMkLst>
            <pc:docMk/>
            <pc:sldMk cId="3967897876" sldId="290"/>
            <ac:spMk id="2" creationId="{4F1C9FF6-8A33-41D3-CF9B-F4A7E790AB67}"/>
          </ac:spMkLst>
        </pc:spChg>
        <pc:spChg chg="mod">
          <ac:chgData name="Nguyen Tuan. Long" userId="e4e93a65-ca82-41ec-92c8-0e4fdb0a72ae" providerId="ADAL" clId="{E31950F0-7ECA-4777-B37F-0298F6B5DDCF}" dt="2025-07-28T14:14:47.449" v="554"/>
          <ac:spMkLst>
            <pc:docMk/>
            <pc:sldMk cId="3967897876" sldId="290"/>
            <ac:spMk id="3" creationId="{DB88EFED-A379-6410-4A3D-78989A346BAF}"/>
          </ac:spMkLst>
        </pc:spChg>
      </pc:sldChg>
      <pc:sldChg chg="addSp delSp modSp add del mod">
        <pc:chgData name="Nguyen Tuan. Long" userId="e4e93a65-ca82-41ec-92c8-0e4fdb0a72ae" providerId="ADAL" clId="{E31950F0-7ECA-4777-B37F-0298F6B5DDCF}" dt="2025-07-29T09:49:50.640" v="662" actId="47"/>
        <pc:sldMkLst>
          <pc:docMk/>
          <pc:sldMk cId="3788176621" sldId="291"/>
        </pc:sldMkLst>
      </pc:sldChg>
      <pc:sldChg chg="addSp delSp modSp add mod ord">
        <pc:chgData name="Nguyen Tuan. Long" userId="e4e93a65-ca82-41ec-92c8-0e4fdb0a72ae" providerId="ADAL" clId="{E31950F0-7ECA-4777-B37F-0298F6B5DDCF}" dt="2025-07-29T08:59:27.551" v="631" actId="1035"/>
        <pc:sldMkLst>
          <pc:docMk/>
          <pc:sldMk cId="2278178889" sldId="292"/>
        </pc:sldMkLst>
        <pc:spChg chg="add mod">
          <ac:chgData name="Nguyen Tuan. Long" userId="e4e93a65-ca82-41ec-92c8-0e4fdb0a72ae" providerId="ADAL" clId="{E31950F0-7ECA-4777-B37F-0298F6B5DDCF}" dt="2025-07-29T08:59:27.551" v="631" actId="1035"/>
          <ac:spMkLst>
            <pc:docMk/>
            <pc:sldMk cId="2278178889" sldId="292"/>
            <ac:spMk id="2" creationId="{34D4B5E7-7563-859B-5A8B-A4CEFE12C87C}"/>
          </ac:spMkLst>
        </pc:spChg>
        <pc:spChg chg="mod">
          <ac:chgData name="Nguyen Tuan. Long" userId="e4e93a65-ca82-41ec-92c8-0e4fdb0a72ae" providerId="ADAL" clId="{E31950F0-7ECA-4777-B37F-0298F6B5DDCF}" dt="2025-07-29T08:57:49.740" v="600"/>
          <ac:spMkLst>
            <pc:docMk/>
            <pc:sldMk cId="2278178889" sldId="292"/>
            <ac:spMk id="3" creationId="{C485A850-75B7-9C3A-72F0-EA95DB317B3D}"/>
          </ac:spMkLst>
        </pc:spChg>
        <pc:spChg chg="del">
          <ac:chgData name="Nguyen Tuan. Long" userId="e4e93a65-ca82-41ec-92c8-0e4fdb0a72ae" providerId="ADAL" clId="{E31950F0-7ECA-4777-B37F-0298F6B5DDCF}" dt="2025-07-29T08:58:05.205" v="601"/>
          <ac:spMkLst>
            <pc:docMk/>
            <pc:sldMk cId="2278178889" sldId="292"/>
            <ac:spMk id="5" creationId="{BFCFB1CC-F581-0450-6536-6EA84A5EAE04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0:14:14.647" v="881" actId="113"/>
        <pc:sldMkLst>
          <pc:docMk/>
          <pc:sldMk cId="1571576533" sldId="293"/>
        </pc:sldMkLst>
        <pc:spChg chg="mod">
          <ac:chgData name="Nguyen Tuan. Long" userId="e4e93a65-ca82-41ec-92c8-0e4fdb0a72ae" providerId="ADAL" clId="{E31950F0-7ECA-4777-B37F-0298F6B5DDCF}" dt="2025-07-29T10:06:43.217" v="707"/>
          <ac:spMkLst>
            <pc:docMk/>
            <pc:sldMk cId="1571576533" sldId="293"/>
            <ac:spMk id="3" creationId="{D128BA9B-37E6-C462-A22F-F0ACDDE6BE83}"/>
          </ac:spMkLst>
        </pc:spChg>
        <pc:spChg chg="add mod">
          <ac:chgData name="Nguyen Tuan. Long" userId="e4e93a65-ca82-41ec-92c8-0e4fdb0a72ae" providerId="ADAL" clId="{E31950F0-7ECA-4777-B37F-0298F6B5DDCF}" dt="2025-07-29T10:12:38.543" v="821" actId="1076"/>
          <ac:spMkLst>
            <pc:docMk/>
            <pc:sldMk cId="1571576533" sldId="293"/>
            <ac:spMk id="4" creationId="{346F6030-51F3-4611-B7C3-E09AFDF1C525}"/>
          </ac:spMkLst>
        </pc:spChg>
        <pc:spChg chg="mod">
          <ac:chgData name="Nguyen Tuan. Long" userId="e4e93a65-ca82-41ec-92c8-0e4fdb0a72ae" providerId="ADAL" clId="{E31950F0-7ECA-4777-B37F-0298F6B5DDCF}" dt="2025-07-29T10:14:14.647" v="881" actId="113"/>
          <ac:spMkLst>
            <pc:docMk/>
            <pc:sldMk cId="1571576533" sldId="293"/>
            <ac:spMk id="5" creationId="{BDE6FAFB-1883-F170-D7CB-B2D513C6D483}"/>
          </ac:spMkLst>
        </pc:spChg>
        <pc:spChg chg="add del mod">
          <ac:chgData name="Nguyen Tuan. Long" userId="e4e93a65-ca82-41ec-92c8-0e4fdb0a72ae" providerId="ADAL" clId="{E31950F0-7ECA-4777-B37F-0298F6B5DDCF}" dt="2025-07-29T10:12:54.736" v="827" actId="478"/>
          <ac:spMkLst>
            <pc:docMk/>
            <pc:sldMk cId="1571576533" sldId="293"/>
            <ac:spMk id="8" creationId="{CA29DCB3-79FF-8E53-C096-718864A2886A}"/>
          </ac:spMkLst>
        </pc:spChg>
      </pc:sldChg>
      <pc:sldChg chg="add del">
        <pc:chgData name="Nguyen Tuan. Long" userId="e4e93a65-ca82-41ec-92c8-0e4fdb0a72ae" providerId="ADAL" clId="{E31950F0-7ECA-4777-B37F-0298F6B5DDCF}" dt="2025-07-29T11:29:19.895" v="1358" actId="47"/>
        <pc:sldMkLst>
          <pc:docMk/>
          <pc:sldMk cId="123089647" sldId="294"/>
        </pc:sldMkLst>
      </pc:sldChg>
      <pc:sldChg chg="add del">
        <pc:chgData name="Nguyen Tuan. Long" userId="e4e93a65-ca82-41ec-92c8-0e4fdb0a72ae" providerId="ADAL" clId="{E31950F0-7ECA-4777-B37F-0298F6B5DDCF}" dt="2025-07-29T11:29:10.752" v="1350" actId="47"/>
        <pc:sldMkLst>
          <pc:docMk/>
          <pc:sldMk cId="2631345511" sldId="295"/>
        </pc:sldMkLst>
      </pc:sldChg>
      <pc:sldChg chg="add del">
        <pc:chgData name="Nguyen Tuan. Long" userId="e4e93a65-ca82-41ec-92c8-0e4fdb0a72ae" providerId="ADAL" clId="{E31950F0-7ECA-4777-B37F-0298F6B5DDCF}" dt="2025-07-29T11:29:12.742" v="1351" actId="47"/>
        <pc:sldMkLst>
          <pc:docMk/>
          <pc:sldMk cId="4228835613" sldId="296"/>
        </pc:sldMkLst>
      </pc:sldChg>
      <pc:sldChg chg="add del">
        <pc:chgData name="Nguyen Tuan. Long" userId="e4e93a65-ca82-41ec-92c8-0e4fdb0a72ae" providerId="ADAL" clId="{E31950F0-7ECA-4777-B37F-0298F6B5DDCF}" dt="2025-07-29T11:29:13.761" v="1352" actId="47"/>
        <pc:sldMkLst>
          <pc:docMk/>
          <pc:sldMk cId="3706728186" sldId="297"/>
        </pc:sldMkLst>
      </pc:sldChg>
      <pc:sldChg chg="add del">
        <pc:chgData name="Nguyen Tuan. Long" userId="e4e93a65-ca82-41ec-92c8-0e4fdb0a72ae" providerId="ADAL" clId="{E31950F0-7ECA-4777-B37F-0298F6B5DDCF}" dt="2025-07-29T11:29:14.699" v="1353" actId="47"/>
        <pc:sldMkLst>
          <pc:docMk/>
          <pc:sldMk cId="550432888" sldId="298"/>
        </pc:sldMkLst>
      </pc:sldChg>
      <pc:sldChg chg="add del">
        <pc:chgData name="Nguyen Tuan. Long" userId="e4e93a65-ca82-41ec-92c8-0e4fdb0a72ae" providerId="ADAL" clId="{E31950F0-7ECA-4777-B37F-0298F6B5DDCF}" dt="2025-07-29T11:29:15.479" v="1354" actId="47"/>
        <pc:sldMkLst>
          <pc:docMk/>
          <pc:sldMk cId="3406054377" sldId="299"/>
        </pc:sldMkLst>
      </pc:sldChg>
      <pc:sldChg chg="add del">
        <pc:chgData name="Nguyen Tuan. Long" userId="e4e93a65-ca82-41ec-92c8-0e4fdb0a72ae" providerId="ADAL" clId="{E31950F0-7ECA-4777-B37F-0298F6B5DDCF}" dt="2025-07-29T11:29:16.078" v="1355" actId="47"/>
        <pc:sldMkLst>
          <pc:docMk/>
          <pc:sldMk cId="2193085195" sldId="300"/>
        </pc:sldMkLst>
      </pc:sldChg>
      <pc:sldChg chg="add del">
        <pc:chgData name="Nguyen Tuan. Long" userId="e4e93a65-ca82-41ec-92c8-0e4fdb0a72ae" providerId="ADAL" clId="{E31950F0-7ECA-4777-B37F-0298F6B5DDCF}" dt="2025-07-29T11:29:16.637" v="1356" actId="47"/>
        <pc:sldMkLst>
          <pc:docMk/>
          <pc:sldMk cId="275169218" sldId="301"/>
        </pc:sldMkLst>
      </pc:sldChg>
      <pc:sldChg chg="add del">
        <pc:chgData name="Nguyen Tuan. Long" userId="e4e93a65-ca82-41ec-92c8-0e4fdb0a72ae" providerId="ADAL" clId="{E31950F0-7ECA-4777-B37F-0298F6B5DDCF}" dt="2025-07-29T11:29:18.108" v="1357" actId="47"/>
        <pc:sldMkLst>
          <pc:docMk/>
          <pc:sldMk cId="904106201" sldId="302"/>
        </pc:sldMkLst>
      </pc:sldChg>
      <pc:sldChg chg="addSp delSp modSp add mod">
        <pc:chgData name="Nguyen Tuan. Long" userId="e4e93a65-ca82-41ec-92c8-0e4fdb0a72ae" providerId="ADAL" clId="{E31950F0-7ECA-4777-B37F-0298F6B5DDCF}" dt="2025-07-29T10:25:33.188" v="984" actId="113"/>
        <pc:sldMkLst>
          <pc:docMk/>
          <pc:sldMk cId="3255351004" sldId="303"/>
        </pc:sldMkLst>
        <pc:spChg chg="add mod">
          <ac:chgData name="Nguyen Tuan. Long" userId="e4e93a65-ca82-41ec-92c8-0e4fdb0a72ae" providerId="ADAL" clId="{E31950F0-7ECA-4777-B37F-0298F6B5DDCF}" dt="2025-07-29T10:25:33.188" v="984" actId="113"/>
          <ac:spMkLst>
            <pc:docMk/>
            <pc:sldMk cId="3255351004" sldId="303"/>
            <ac:spMk id="2" creationId="{93A6B878-09F7-0B7B-D2AC-2F1190682E05}"/>
          </ac:spMkLst>
        </pc:spChg>
        <pc:spChg chg="mod">
          <ac:chgData name="Nguyen Tuan. Long" userId="e4e93a65-ca82-41ec-92c8-0e4fdb0a72ae" providerId="ADAL" clId="{E31950F0-7ECA-4777-B37F-0298F6B5DDCF}" dt="2025-07-29T10:19:07.446" v="928" actId="20577"/>
          <ac:spMkLst>
            <pc:docMk/>
            <pc:sldMk cId="3255351004" sldId="303"/>
            <ac:spMk id="3" creationId="{0A0AABD0-1C62-45F9-8FC2-5D1F4EC8F49A}"/>
          </ac:spMkLst>
        </pc:spChg>
        <pc:spChg chg="add">
          <ac:chgData name="Nguyen Tuan. Long" userId="e4e93a65-ca82-41ec-92c8-0e4fdb0a72ae" providerId="ADAL" clId="{E31950F0-7ECA-4777-B37F-0298F6B5DDCF}" dt="2025-07-29T10:22:51.498" v="939"/>
          <ac:spMkLst>
            <pc:docMk/>
            <pc:sldMk cId="3255351004" sldId="303"/>
            <ac:spMk id="4" creationId="{DE4D034B-7E6A-0A1A-D817-BDB1C7D2C554}"/>
          </ac:spMkLst>
        </pc:spChg>
        <pc:spChg chg="del mod">
          <ac:chgData name="Nguyen Tuan. Long" userId="e4e93a65-ca82-41ec-92c8-0e4fdb0a72ae" providerId="ADAL" clId="{E31950F0-7ECA-4777-B37F-0298F6B5DDCF}" dt="2025-07-29T10:18:56.484" v="893"/>
          <ac:spMkLst>
            <pc:docMk/>
            <pc:sldMk cId="3255351004" sldId="303"/>
            <ac:spMk id="5" creationId="{E66C2287-BA74-37CD-65B9-DB0AECB5B479}"/>
          </ac:spMkLst>
        </pc:spChg>
      </pc:sldChg>
      <pc:sldChg chg="modSp add mod ord">
        <pc:chgData name="Nguyen Tuan. Long" userId="e4e93a65-ca82-41ec-92c8-0e4fdb0a72ae" providerId="ADAL" clId="{E31950F0-7ECA-4777-B37F-0298F6B5DDCF}" dt="2025-07-29T10:44:53.508" v="1010"/>
        <pc:sldMkLst>
          <pc:docMk/>
          <pc:sldMk cId="2214026464" sldId="304"/>
        </pc:sldMkLst>
        <pc:spChg chg="mod">
          <ac:chgData name="Nguyen Tuan. Long" userId="e4e93a65-ca82-41ec-92c8-0e4fdb0a72ae" providerId="ADAL" clId="{E31950F0-7ECA-4777-B37F-0298F6B5DDCF}" dt="2025-07-29T10:28:08.930" v="1006" actId="20577"/>
          <ac:spMkLst>
            <pc:docMk/>
            <pc:sldMk cId="2214026464" sldId="304"/>
            <ac:spMk id="3" creationId="{6F46A200-71AD-837E-622E-54486A6874B4}"/>
          </ac:spMkLst>
        </pc:spChg>
      </pc:sldChg>
      <pc:sldChg chg="addSp delSp modSp add mod ord">
        <pc:chgData name="Nguyen Tuan. Long" userId="e4e93a65-ca82-41ec-92c8-0e4fdb0a72ae" providerId="ADAL" clId="{E31950F0-7ECA-4777-B37F-0298F6B5DDCF}" dt="2025-07-29T11:16:53.850" v="1323" actId="20577"/>
        <pc:sldMkLst>
          <pc:docMk/>
          <pc:sldMk cId="1437993425" sldId="305"/>
        </pc:sldMkLst>
        <pc:spChg chg="add mod">
          <ac:chgData name="Nguyen Tuan. Long" userId="e4e93a65-ca82-41ec-92c8-0e4fdb0a72ae" providerId="ADAL" clId="{E31950F0-7ECA-4777-B37F-0298F6B5DDCF}" dt="2025-07-29T10:53:25.287" v="1111" actId="1076"/>
          <ac:spMkLst>
            <pc:docMk/>
            <pc:sldMk cId="1437993425" sldId="305"/>
            <ac:spMk id="2" creationId="{2FA6D3DC-2D9C-A5F3-B560-D94A88C71F83}"/>
          </ac:spMkLst>
        </pc:spChg>
        <pc:spChg chg="mod">
          <ac:chgData name="Nguyen Tuan. Long" userId="e4e93a65-ca82-41ec-92c8-0e4fdb0a72ae" providerId="ADAL" clId="{E31950F0-7ECA-4777-B37F-0298F6B5DDCF}" dt="2025-07-29T11:16:53.850" v="1323" actId="20577"/>
          <ac:spMkLst>
            <pc:docMk/>
            <pc:sldMk cId="1437993425" sldId="305"/>
            <ac:spMk id="3" creationId="{FB3E3B9D-0CBF-7B5D-D46C-47BD74779931}"/>
          </ac:spMkLst>
        </pc:spChg>
        <pc:spChg chg="del">
          <ac:chgData name="Nguyen Tuan. Long" userId="e4e93a65-ca82-41ec-92c8-0e4fdb0a72ae" providerId="ADAL" clId="{E31950F0-7ECA-4777-B37F-0298F6B5DDCF}" dt="2025-07-29T10:52:55.456" v="1103"/>
          <ac:spMkLst>
            <pc:docMk/>
            <pc:sldMk cId="1437993425" sldId="305"/>
            <ac:spMk id="5" creationId="{22EC316D-7CDB-D427-1A34-9E7ECD068416}"/>
          </ac:spMkLst>
        </pc:spChg>
      </pc:sldChg>
      <pc:sldChg chg="add del">
        <pc:chgData name="Nguyen Tuan. Long" userId="e4e93a65-ca82-41ec-92c8-0e4fdb0a72ae" providerId="ADAL" clId="{E31950F0-7ECA-4777-B37F-0298F6B5DDCF}" dt="2025-07-29T11:28:57.885" v="1341" actId="47"/>
        <pc:sldMkLst>
          <pc:docMk/>
          <pc:sldMk cId="3413441254" sldId="306"/>
        </pc:sldMkLst>
      </pc:sldChg>
      <pc:sldChg chg="addSp delSp modSp add mod ord modAnim">
        <pc:chgData name="Nguyen Tuan. Long" userId="e4e93a65-ca82-41ec-92c8-0e4fdb0a72ae" providerId="ADAL" clId="{E31950F0-7ECA-4777-B37F-0298F6B5DDCF}" dt="2025-07-29T13:42:24.606" v="1640" actId="20577"/>
        <pc:sldMkLst>
          <pc:docMk/>
          <pc:sldMk cId="4169592490" sldId="307"/>
        </pc:sldMkLst>
        <pc:spChg chg="add mod">
          <ac:chgData name="Nguyen Tuan. Long" userId="e4e93a65-ca82-41ec-92c8-0e4fdb0a72ae" providerId="ADAL" clId="{E31950F0-7ECA-4777-B37F-0298F6B5DDCF}" dt="2025-07-29T13:42:24.606" v="1640" actId="20577"/>
          <ac:spMkLst>
            <pc:docMk/>
            <pc:sldMk cId="4169592490" sldId="307"/>
            <ac:spMk id="2" creationId="{42B5210C-A7E1-E266-D18F-1B29F58D1F53}"/>
          </ac:spMkLst>
        </pc:spChg>
        <pc:spChg chg="mod">
          <ac:chgData name="Nguyen Tuan. Long" userId="e4e93a65-ca82-41ec-92c8-0e4fdb0a72ae" providerId="ADAL" clId="{E31950F0-7ECA-4777-B37F-0298F6B5DDCF}" dt="2025-07-29T10:55:15.239" v="1126"/>
          <ac:spMkLst>
            <pc:docMk/>
            <pc:sldMk cId="4169592490" sldId="307"/>
            <ac:spMk id="3" creationId="{121331F8-A8D0-A525-1D1C-3473EA2450EE}"/>
          </ac:spMkLst>
        </pc:spChg>
        <pc:spChg chg="del">
          <ac:chgData name="Nguyen Tuan. Long" userId="e4e93a65-ca82-41ec-92c8-0e4fdb0a72ae" providerId="ADAL" clId="{E31950F0-7ECA-4777-B37F-0298F6B5DDCF}" dt="2025-07-29T10:55:26.870" v="1127"/>
          <ac:spMkLst>
            <pc:docMk/>
            <pc:sldMk cId="4169592490" sldId="307"/>
            <ac:spMk id="5" creationId="{981CDC06-8C97-3661-F42B-50B8A57CC45D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09:39:54.582" v="642" actId="1076"/>
        <pc:sldMkLst>
          <pc:docMk/>
          <pc:sldMk cId="3536225744" sldId="308"/>
        </pc:sldMkLst>
        <pc:spChg chg="add mod">
          <ac:chgData name="Nguyen Tuan. Long" userId="e4e93a65-ca82-41ec-92c8-0e4fdb0a72ae" providerId="ADAL" clId="{E31950F0-7ECA-4777-B37F-0298F6B5DDCF}" dt="2025-07-29T09:39:54.582" v="642" actId="1076"/>
          <ac:spMkLst>
            <pc:docMk/>
            <pc:sldMk cId="3536225744" sldId="308"/>
            <ac:spMk id="2" creationId="{70055A73-F082-6D83-38B6-84E687ABAFD8}"/>
          </ac:spMkLst>
        </pc:spChg>
        <pc:spChg chg="mod">
          <ac:chgData name="Nguyen Tuan. Long" userId="e4e93a65-ca82-41ec-92c8-0e4fdb0a72ae" providerId="ADAL" clId="{E31950F0-7ECA-4777-B37F-0298F6B5DDCF}" dt="2025-07-29T09:38:44.689" v="632"/>
          <ac:spMkLst>
            <pc:docMk/>
            <pc:sldMk cId="3536225744" sldId="308"/>
            <ac:spMk id="3" creationId="{06F983A1-8965-E17F-4DD6-C416860B738D}"/>
          </ac:spMkLst>
        </pc:spChg>
        <pc:spChg chg="del">
          <ac:chgData name="Nguyen Tuan. Long" userId="e4e93a65-ca82-41ec-92c8-0e4fdb0a72ae" providerId="ADAL" clId="{E31950F0-7ECA-4777-B37F-0298F6B5DDCF}" dt="2025-07-29T09:38:55.724" v="633"/>
          <ac:spMkLst>
            <pc:docMk/>
            <pc:sldMk cId="3536225744" sldId="308"/>
            <ac:spMk id="5" creationId="{BB417298-656C-57A2-9EA1-CDFB6C5FE928}"/>
          </ac:spMkLst>
        </pc:spChg>
      </pc:sldChg>
      <pc:sldChg chg="addSp modSp add mod modAnim">
        <pc:chgData name="Nguyen Tuan. Long" userId="e4e93a65-ca82-41ec-92c8-0e4fdb0a72ae" providerId="ADAL" clId="{E31950F0-7ECA-4777-B37F-0298F6B5DDCF}" dt="2025-07-29T09:43:36.771" v="661"/>
        <pc:sldMkLst>
          <pc:docMk/>
          <pc:sldMk cId="4278384253" sldId="309"/>
        </pc:sldMkLst>
        <pc:spChg chg="mod">
          <ac:chgData name="Nguyen Tuan. Long" userId="e4e93a65-ca82-41ec-92c8-0e4fdb0a72ae" providerId="ADAL" clId="{E31950F0-7ECA-4777-B37F-0298F6B5DDCF}" dt="2025-07-29T09:40:07.352" v="643"/>
          <ac:spMkLst>
            <pc:docMk/>
            <pc:sldMk cId="4278384253" sldId="309"/>
            <ac:spMk id="3" creationId="{D5BC843A-4A12-4904-C6CD-29B77A144A74}"/>
          </ac:spMkLst>
        </pc:spChg>
        <pc:spChg chg="add mod">
          <ac:chgData name="Nguyen Tuan. Long" userId="e4e93a65-ca82-41ec-92c8-0e4fdb0a72ae" providerId="ADAL" clId="{E31950F0-7ECA-4777-B37F-0298F6B5DDCF}" dt="2025-07-29T09:42:05.235" v="649" actId="1076"/>
          <ac:spMkLst>
            <pc:docMk/>
            <pc:sldMk cId="4278384253" sldId="309"/>
            <ac:spMk id="4" creationId="{BE454A60-B36E-7226-8914-3AC551DAE9FC}"/>
          </ac:spMkLst>
        </pc:spChg>
        <pc:spChg chg="mod">
          <ac:chgData name="Nguyen Tuan. Long" userId="e4e93a65-ca82-41ec-92c8-0e4fdb0a72ae" providerId="ADAL" clId="{E31950F0-7ECA-4777-B37F-0298F6B5DDCF}" dt="2025-07-29T09:42:42.984" v="654" actId="14100"/>
          <ac:spMkLst>
            <pc:docMk/>
            <pc:sldMk cId="4278384253" sldId="309"/>
            <ac:spMk id="5" creationId="{B39FC79A-B6B8-040A-E68D-9FD2BAFA7F3B}"/>
          </ac:spMkLst>
        </pc:spChg>
        <pc:picChg chg="add mod">
          <ac:chgData name="Nguyen Tuan. Long" userId="e4e93a65-ca82-41ec-92c8-0e4fdb0a72ae" providerId="ADAL" clId="{E31950F0-7ECA-4777-B37F-0298F6B5DDCF}" dt="2025-07-29T09:43:30.656" v="660" actId="1076"/>
          <ac:picMkLst>
            <pc:docMk/>
            <pc:sldMk cId="4278384253" sldId="309"/>
            <ac:picMk id="8" creationId="{D9E485BB-6289-F0FC-EEB7-B9FE13AA4925}"/>
          </ac:picMkLst>
        </pc:picChg>
      </pc:sldChg>
      <pc:sldChg chg="addSp delSp modSp add mod modAnim">
        <pc:chgData name="Nguyen Tuan. Long" userId="e4e93a65-ca82-41ec-92c8-0e4fdb0a72ae" providerId="ADAL" clId="{E31950F0-7ECA-4777-B37F-0298F6B5DDCF}" dt="2025-07-29T10:06:01.611" v="706" actId="1036"/>
        <pc:sldMkLst>
          <pc:docMk/>
          <pc:sldMk cId="3071940577" sldId="310"/>
        </pc:sldMkLst>
        <pc:spChg chg="add mod">
          <ac:chgData name="Nguyen Tuan. Long" userId="e4e93a65-ca82-41ec-92c8-0e4fdb0a72ae" providerId="ADAL" clId="{E31950F0-7ECA-4777-B37F-0298F6B5DDCF}" dt="2025-07-29T09:51:53.538" v="669" actId="1076"/>
          <ac:spMkLst>
            <pc:docMk/>
            <pc:sldMk cId="3071940577" sldId="310"/>
            <ac:spMk id="2" creationId="{FC489A52-0ECA-03BD-E91D-9FCBB05B1CDA}"/>
          </ac:spMkLst>
        </pc:spChg>
        <pc:spChg chg="mod">
          <ac:chgData name="Nguyen Tuan. Long" userId="e4e93a65-ca82-41ec-92c8-0e4fdb0a72ae" providerId="ADAL" clId="{E31950F0-7ECA-4777-B37F-0298F6B5DDCF}" dt="2025-07-29T09:50:37.073" v="664"/>
          <ac:spMkLst>
            <pc:docMk/>
            <pc:sldMk cId="3071940577" sldId="310"/>
            <ac:spMk id="3" creationId="{52902416-B805-1D31-9A87-618BBC02D8F7}"/>
          </ac:spMkLst>
        </pc:spChg>
        <pc:spChg chg="del">
          <ac:chgData name="Nguyen Tuan. Long" userId="e4e93a65-ca82-41ec-92c8-0e4fdb0a72ae" providerId="ADAL" clId="{E31950F0-7ECA-4777-B37F-0298F6B5DDCF}" dt="2025-07-29T09:51:33.826" v="665"/>
          <ac:spMkLst>
            <pc:docMk/>
            <pc:sldMk cId="3071940577" sldId="310"/>
            <ac:spMk id="5" creationId="{7DCA4B9F-D7CB-C740-4DAE-D4433D30D4F0}"/>
          </ac:spMkLst>
        </pc:spChg>
        <pc:spChg chg="add del mod">
          <ac:chgData name="Nguyen Tuan. Long" userId="e4e93a65-ca82-41ec-92c8-0e4fdb0a72ae" providerId="ADAL" clId="{E31950F0-7ECA-4777-B37F-0298F6B5DDCF}" dt="2025-07-29T10:05:39.215" v="685" actId="478"/>
          <ac:spMkLst>
            <pc:docMk/>
            <pc:sldMk cId="3071940577" sldId="310"/>
            <ac:spMk id="6" creationId="{D9789661-7D81-2658-99A9-8F4182FD43F2}"/>
          </ac:spMkLst>
        </pc:spChg>
        <pc:spChg chg="add">
          <ac:chgData name="Nguyen Tuan. Long" userId="e4e93a65-ca82-41ec-92c8-0e4fdb0a72ae" providerId="ADAL" clId="{E31950F0-7ECA-4777-B37F-0298F6B5DDCF}" dt="2025-07-29T09:52:38.061" v="673"/>
          <ac:spMkLst>
            <pc:docMk/>
            <pc:sldMk cId="3071940577" sldId="310"/>
            <ac:spMk id="8" creationId="{6A3592F5-22C5-7EAE-22A7-CB0004A0E540}"/>
          </ac:spMkLst>
        </pc:spChg>
        <pc:spChg chg="add mod">
          <ac:chgData name="Nguyen Tuan. Long" userId="e4e93a65-ca82-41ec-92c8-0e4fdb0a72ae" providerId="ADAL" clId="{E31950F0-7ECA-4777-B37F-0298F6B5DDCF}" dt="2025-07-29T10:05:56.977" v="696" actId="1036"/>
          <ac:spMkLst>
            <pc:docMk/>
            <pc:sldMk cId="3071940577" sldId="310"/>
            <ac:spMk id="9" creationId="{CB375575-6B0B-C4C5-DC74-32AD9DFE68DC}"/>
          </ac:spMkLst>
        </pc:spChg>
        <pc:spChg chg="add mod">
          <ac:chgData name="Nguyen Tuan. Long" userId="e4e93a65-ca82-41ec-92c8-0e4fdb0a72ae" providerId="ADAL" clId="{E31950F0-7ECA-4777-B37F-0298F6B5DDCF}" dt="2025-07-29T10:06:01.611" v="706" actId="1036"/>
          <ac:spMkLst>
            <pc:docMk/>
            <pc:sldMk cId="3071940577" sldId="310"/>
            <ac:spMk id="11" creationId="{0DFFF129-4343-051D-387B-6DC4239A9D9F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1:17:51.643" v="1328" actId="1076"/>
        <pc:sldMkLst>
          <pc:docMk/>
          <pc:sldMk cId="1104969547" sldId="311"/>
        </pc:sldMkLst>
        <pc:spChg chg="del">
          <ac:chgData name="Nguyen Tuan. Long" userId="e4e93a65-ca82-41ec-92c8-0e4fdb0a72ae" providerId="ADAL" clId="{E31950F0-7ECA-4777-B37F-0298F6B5DDCF}" dt="2025-07-29T10:14:33.589" v="882" actId="478"/>
          <ac:spMkLst>
            <pc:docMk/>
            <pc:sldMk cId="1104969547" sldId="311"/>
            <ac:spMk id="4" creationId="{07EECC8B-8B90-7E26-5B69-86C7CB312FCC}"/>
          </ac:spMkLst>
        </pc:spChg>
        <pc:spChg chg="mod">
          <ac:chgData name="Nguyen Tuan. Long" userId="e4e93a65-ca82-41ec-92c8-0e4fdb0a72ae" providerId="ADAL" clId="{E31950F0-7ECA-4777-B37F-0298F6B5DDCF}" dt="2025-07-29T10:13:56.930" v="877" actId="113"/>
          <ac:spMkLst>
            <pc:docMk/>
            <pc:sldMk cId="1104969547" sldId="311"/>
            <ac:spMk id="5" creationId="{1DCAAD77-4125-A9CE-2992-824F992B1F68}"/>
          </ac:spMkLst>
        </pc:spChg>
        <pc:spChg chg="add del mod">
          <ac:chgData name="Nguyen Tuan. Long" userId="e4e93a65-ca82-41ec-92c8-0e4fdb0a72ae" providerId="ADAL" clId="{E31950F0-7ECA-4777-B37F-0298F6B5DDCF}" dt="2025-07-29T11:17:41.563" v="1324" actId="478"/>
          <ac:spMkLst>
            <pc:docMk/>
            <pc:sldMk cId="1104969547" sldId="311"/>
            <ac:spMk id="6" creationId="{20B00AE8-2213-1AD2-323A-B826EEE7F79A}"/>
          </ac:spMkLst>
        </pc:spChg>
        <pc:spChg chg="add mod">
          <ac:chgData name="Nguyen Tuan. Long" userId="e4e93a65-ca82-41ec-92c8-0e4fdb0a72ae" providerId="ADAL" clId="{E31950F0-7ECA-4777-B37F-0298F6B5DDCF}" dt="2025-07-29T11:17:51.643" v="1328" actId="1076"/>
          <ac:spMkLst>
            <pc:docMk/>
            <pc:sldMk cId="1104969547" sldId="311"/>
            <ac:spMk id="9" creationId="{684F7BF4-7EE0-4FBC-AA2C-6DA4BCA90103}"/>
          </ac:spMkLst>
        </pc:spChg>
      </pc:sldChg>
      <pc:sldChg chg="add del">
        <pc:chgData name="Nguyen Tuan. Long" userId="e4e93a65-ca82-41ec-92c8-0e4fdb0a72ae" providerId="ADAL" clId="{E31950F0-7ECA-4777-B37F-0298F6B5DDCF}" dt="2025-07-29T10:14:40.352" v="884"/>
        <pc:sldMkLst>
          <pc:docMk/>
          <pc:sldMk cId="810485270" sldId="312"/>
        </pc:sldMkLst>
      </pc:sldChg>
      <pc:sldChg chg="addSp delSp modSp add mod">
        <pc:chgData name="Nguyen Tuan. Long" userId="e4e93a65-ca82-41ec-92c8-0e4fdb0a72ae" providerId="ADAL" clId="{E31950F0-7ECA-4777-B37F-0298F6B5DDCF}" dt="2025-07-29T10:54:33.646" v="1121" actId="255"/>
        <pc:sldMkLst>
          <pc:docMk/>
          <pc:sldMk cId="3775919543" sldId="312"/>
        </pc:sldMkLst>
        <pc:spChg chg="add mod">
          <ac:chgData name="Nguyen Tuan. Long" userId="e4e93a65-ca82-41ec-92c8-0e4fdb0a72ae" providerId="ADAL" clId="{E31950F0-7ECA-4777-B37F-0298F6B5DDCF}" dt="2025-07-29T10:54:33.646" v="1121" actId="255"/>
          <ac:spMkLst>
            <pc:docMk/>
            <pc:sldMk cId="3775919543" sldId="312"/>
            <ac:spMk id="2" creationId="{EAAF38E2-17D4-61A0-B0C1-4E6CCCF84995}"/>
          </ac:spMkLst>
        </pc:spChg>
        <pc:spChg chg="mod">
          <ac:chgData name="Nguyen Tuan. Long" userId="e4e93a65-ca82-41ec-92c8-0e4fdb0a72ae" providerId="ADAL" clId="{E31950F0-7ECA-4777-B37F-0298F6B5DDCF}" dt="2025-07-29T10:53:41.875" v="1112"/>
          <ac:spMkLst>
            <pc:docMk/>
            <pc:sldMk cId="3775919543" sldId="312"/>
            <ac:spMk id="3" creationId="{6B4819F8-F222-C8B4-3338-E44646AF3A65}"/>
          </ac:spMkLst>
        </pc:spChg>
        <pc:spChg chg="del">
          <ac:chgData name="Nguyen Tuan. Long" userId="e4e93a65-ca82-41ec-92c8-0e4fdb0a72ae" providerId="ADAL" clId="{E31950F0-7ECA-4777-B37F-0298F6B5DDCF}" dt="2025-07-29T10:53:59.515" v="1113"/>
          <ac:spMkLst>
            <pc:docMk/>
            <pc:sldMk cId="3775919543" sldId="312"/>
            <ac:spMk id="5" creationId="{167AA65E-49E8-0E9F-5DCC-8F7C17FFC1A0}"/>
          </ac:spMkLst>
        </pc:spChg>
      </pc:sldChg>
      <pc:sldChg chg="addSp delSp modSp add mod">
        <pc:chgData name="Nguyen Tuan. Long" userId="e4e93a65-ca82-41ec-92c8-0e4fdb0a72ae" providerId="ADAL" clId="{E31950F0-7ECA-4777-B37F-0298F6B5DDCF}" dt="2025-07-29T11:12:29.009" v="1247" actId="1076"/>
        <pc:sldMkLst>
          <pc:docMk/>
          <pc:sldMk cId="1583363476" sldId="313"/>
        </pc:sldMkLst>
        <pc:spChg chg="mod">
          <ac:chgData name="Nguyen Tuan. Long" userId="e4e93a65-ca82-41ec-92c8-0e4fdb0a72ae" providerId="ADAL" clId="{E31950F0-7ECA-4777-B37F-0298F6B5DDCF}" dt="2025-07-29T11:00:03.560" v="1142"/>
          <ac:spMkLst>
            <pc:docMk/>
            <pc:sldMk cId="1583363476" sldId="313"/>
            <ac:spMk id="3" creationId="{123F59C6-54AA-E36D-56EE-3C73E513B4DC}"/>
          </ac:spMkLst>
        </pc:spChg>
        <pc:spChg chg="add del mod">
          <ac:chgData name="Nguyen Tuan. Long" userId="e4e93a65-ca82-41ec-92c8-0e4fdb0a72ae" providerId="ADAL" clId="{E31950F0-7ECA-4777-B37F-0298F6B5DDCF}" dt="2025-07-29T11:00:59.058" v="1153" actId="478"/>
          <ac:spMkLst>
            <pc:docMk/>
            <pc:sldMk cId="1583363476" sldId="313"/>
            <ac:spMk id="4" creationId="{D896CBFA-80B8-7B9C-ED2B-E626C7E87952}"/>
          </ac:spMkLst>
        </pc:spChg>
        <pc:spChg chg="del mod">
          <ac:chgData name="Nguyen Tuan. Long" userId="e4e93a65-ca82-41ec-92c8-0e4fdb0a72ae" providerId="ADAL" clId="{E31950F0-7ECA-4777-B37F-0298F6B5DDCF}" dt="2025-07-29T11:00:23.598" v="1147" actId="478"/>
          <ac:spMkLst>
            <pc:docMk/>
            <pc:sldMk cId="1583363476" sldId="313"/>
            <ac:spMk id="5" creationId="{2B12412D-25B3-1492-68EE-57C6A3334E8E}"/>
          </ac:spMkLst>
        </pc:spChg>
        <pc:spChg chg="add del mod">
          <ac:chgData name="Nguyen Tuan. Long" userId="e4e93a65-ca82-41ec-92c8-0e4fdb0a72ae" providerId="ADAL" clId="{E31950F0-7ECA-4777-B37F-0298F6B5DDCF}" dt="2025-07-29T11:02:01.059" v="1165" actId="478"/>
          <ac:spMkLst>
            <pc:docMk/>
            <pc:sldMk cId="1583363476" sldId="313"/>
            <ac:spMk id="8" creationId="{0AF534CE-BE48-166B-2EE9-513EC4EAF655}"/>
          </ac:spMkLst>
        </pc:spChg>
        <pc:spChg chg="add del mod">
          <ac:chgData name="Nguyen Tuan. Long" userId="e4e93a65-ca82-41ec-92c8-0e4fdb0a72ae" providerId="ADAL" clId="{E31950F0-7ECA-4777-B37F-0298F6B5DDCF}" dt="2025-07-29T11:05:32.426" v="1196" actId="478"/>
          <ac:spMkLst>
            <pc:docMk/>
            <pc:sldMk cId="1583363476" sldId="313"/>
            <ac:spMk id="10" creationId="{781E0C63-E3A4-1BD4-6725-97A6B3CC998E}"/>
          </ac:spMkLst>
        </pc:spChg>
        <pc:spChg chg="add del mod">
          <ac:chgData name="Nguyen Tuan. Long" userId="e4e93a65-ca82-41ec-92c8-0e4fdb0a72ae" providerId="ADAL" clId="{E31950F0-7ECA-4777-B37F-0298F6B5DDCF}" dt="2025-07-29T11:03:50.823" v="1179" actId="22"/>
          <ac:spMkLst>
            <pc:docMk/>
            <pc:sldMk cId="1583363476" sldId="313"/>
            <ac:spMk id="12" creationId="{2265C264-BD6F-769C-6B3A-C1DC28843CEA}"/>
          </ac:spMkLst>
        </pc:spChg>
        <pc:spChg chg="add del mod">
          <ac:chgData name="Nguyen Tuan. Long" userId="e4e93a65-ca82-41ec-92c8-0e4fdb0a72ae" providerId="ADAL" clId="{E31950F0-7ECA-4777-B37F-0298F6B5DDCF}" dt="2025-07-29T11:05:27.376" v="1195" actId="478"/>
          <ac:spMkLst>
            <pc:docMk/>
            <pc:sldMk cId="1583363476" sldId="313"/>
            <ac:spMk id="14" creationId="{EE225630-0D2C-FD1A-A3DB-FA0BA32D3910}"/>
          </ac:spMkLst>
        </pc:spChg>
        <pc:spChg chg="add del mod">
          <ac:chgData name="Nguyen Tuan. Long" userId="e4e93a65-ca82-41ec-92c8-0e4fdb0a72ae" providerId="ADAL" clId="{E31950F0-7ECA-4777-B37F-0298F6B5DDCF}" dt="2025-07-29T11:05:24.081" v="1194" actId="478"/>
          <ac:spMkLst>
            <pc:docMk/>
            <pc:sldMk cId="1583363476" sldId="313"/>
            <ac:spMk id="16" creationId="{56B37E37-A233-DDCA-C59C-C63082D0D1C5}"/>
          </ac:spMkLst>
        </pc:spChg>
        <pc:spChg chg="add del mod">
          <ac:chgData name="Nguyen Tuan. Long" userId="e4e93a65-ca82-41ec-92c8-0e4fdb0a72ae" providerId="ADAL" clId="{E31950F0-7ECA-4777-B37F-0298F6B5DDCF}" dt="2025-07-29T11:07:40.146" v="1203" actId="478"/>
          <ac:spMkLst>
            <pc:docMk/>
            <pc:sldMk cId="1583363476" sldId="313"/>
            <ac:spMk id="18" creationId="{488EB0F0-4E29-24D4-CE87-2C6D5E3C776C}"/>
          </ac:spMkLst>
        </pc:spChg>
        <pc:spChg chg="add del">
          <ac:chgData name="Nguyen Tuan. Long" userId="e4e93a65-ca82-41ec-92c8-0e4fdb0a72ae" providerId="ADAL" clId="{E31950F0-7ECA-4777-B37F-0298F6B5DDCF}" dt="2025-07-29T11:08:14.040" v="1205" actId="22"/>
          <ac:spMkLst>
            <pc:docMk/>
            <pc:sldMk cId="1583363476" sldId="313"/>
            <ac:spMk id="20" creationId="{B3F087A6-3EBA-4E23-B6F0-BADE8EE012FC}"/>
          </ac:spMkLst>
        </pc:spChg>
        <pc:spChg chg="add mod">
          <ac:chgData name="Nguyen Tuan. Long" userId="e4e93a65-ca82-41ec-92c8-0e4fdb0a72ae" providerId="ADAL" clId="{E31950F0-7ECA-4777-B37F-0298F6B5DDCF}" dt="2025-07-29T11:12:29.009" v="1247" actId="1076"/>
          <ac:spMkLst>
            <pc:docMk/>
            <pc:sldMk cId="1583363476" sldId="313"/>
            <ac:spMk id="22" creationId="{200459C7-54C0-2BF3-BE89-3198E3FC5C9A}"/>
          </ac:spMkLst>
        </pc:spChg>
      </pc:sldChg>
      <pc:sldChg chg="addSp delSp modSp add mod ord">
        <pc:chgData name="Nguyen Tuan. Long" userId="e4e93a65-ca82-41ec-92c8-0e4fdb0a72ae" providerId="ADAL" clId="{E31950F0-7ECA-4777-B37F-0298F6B5DDCF}" dt="2025-07-29T11:18:21.258" v="1333" actId="404"/>
        <pc:sldMkLst>
          <pc:docMk/>
          <pc:sldMk cId="3280897491" sldId="314"/>
        </pc:sldMkLst>
        <pc:spChg chg="mod">
          <ac:chgData name="Nguyen Tuan. Long" userId="e4e93a65-ca82-41ec-92c8-0e4fdb0a72ae" providerId="ADAL" clId="{E31950F0-7ECA-4777-B37F-0298F6B5DDCF}" dt="2025-07-29T11:18:21.258" v="1333" actId="404"/>
          <ac:spMkLst>
            <pc:docMk/>
            <pc:sldMk cId="3280897491" sldId="314"/>
            <ac:spMk id="3" creationId="{BF3ABA7B-35E5-DE97-5982-2AAAEB7C28F7}"/>
          </ac:spMkLst>
        </pc:spChg>
        <pc:spChg chg="add mod">
          <ac:chgData name="Nguyen Tuan. Long" userId="e4e93a65-ca82-41ec-92c8-0e4fdb0a72ae" providerId="ADAL" clId="{E31950F0-7ECA-4777-B37F-0298F6B5DDCF}" dt="2025-07-29T11:16:08.455" v="1317" actId="403"/>
          <ac:spMkLst>
            <pc:docMk/>
            <pc:sldMk cId="3280897491" sldId="314"/>
            <ac:spMk id="4" creationId="{187EEF81-AC8B-0C10-090E-3F74BA79ED64}"/>
          </ac:spMkLst>
        </pc:spChg>
        <pc:spChg chg="del">
          <ac:chgData name="Nguyen Tuan. Long" userId="e4e93a65-ca82-41ec-92c8-0e4fdb0a72ae" providerId="ADAL" clId="{E31950F0-7ECA-4777-B37F-0298F6B5DDCF}" dt="2025-07-29T11:13:54.914" v="1254" actId="478"/>
          <ac:spMkLst>
            <pc:docMk/>
            <pc:sldMk cId="3280897491" sldId="314"/>
            <ac:spMk id="5" creationId="{5E2237A9-04D3-82F6-8CFB-A8B582F7F4DC}"/>
          </ac:spMkLst>
        </pc:spChg>
      </pc:sldChg>
      <pc:sldChg chg="addSp delSp modSp new mod modAnim">
        <pc:chgData name="Nguyen Tuan. Long" userId="e4e93a65-ca82-41ec-92c8-0e4fdb0a72ae" providerId="ADAL" clId="{E31950F0-7ECA-4777-B37F-0298F6B5DDCF}" dt="2025-07-29T12:47:59.675" v="1485" actId="255"/>
        <pc:sldMkLst>
          <pc:docMk/>
          <pc:sldMk cId="762567597" sldId="315"/>
        </pc:sldMkLst>
        <pc:spChg chg="del">
          <ac:chgData name="Nguyen Tuan. Long" userId="e4e93a65-ca82-41ec-92c8-0e4fdb0a72ae" providerId="ADAL" clId="{E31950F0-7ECA-4777-B37F-0298F6B5DDCF}" dt="2025-07-29T12:33:50.890" v="1372" actId="478"/>
          <ac:spMkLst>
            <pc:docMk/>
            <pc:sldMk cId="762567597" sldId="315"/>
            <ac:spMk id="2" creationId="{4BDAEB5D-5A2A-D044-CBF9-0EA19F05FE15}"/>
          </ac:spMkLst>
        </pc:spChg>
        <pc:spChg chg="mod">
          <ac:chgData name="Nguyen Tuan. Long" userId="e4e93a65-ca82-41ec-92c8-0e4fdb0a72ae" providerId="ADAL" clId="{E31950F0-7ECA-4777-B37F-0298F6B5DDCF}" dt="2025-07-29T12:33:29.343" v="1371" actId="20577"/>
          <ac:spMkLst>
            <pc:docMk/>
            <pc:sldMk cId="762567597" sldId="315"/>
            <ac:spMk id="3" creationId="{6A94EDE4-8BEA-F6FC-3917-68A6155A0A95}"/>
          </ac:spMkLst>
        </pc:spChg>
        <pc:spChg chg="add mod">
          <ac:chgData name="Nguyen Tuan. Long" userId="e4e93a65-ca82-41ec-92c8-0e4fdb0a72ae" providerId="ADAL" clId="{E31950F0-7ECA-4777-B37F-0298F6B5DDCF}" dt="2025-07-29T12:47:59.675" v="1485" actId="255"/>
          <ac:spMkLst>
            <pc:docMk/>
            <pc:sldMk cId="762567597" sldId="315"/>
            <ac:spMk id="5" creationId="{DFD1E99E-A14C-9606-FE33-7A232A8CB9D0}"/>
          </ac:spMkLst>
        </pc:spChg>
        <pc:spChg chg="add mod">
          <ac:chgData name="Nguyen Tuan. Long" userId="e4e93a65-ca82-41ec-92c8-0e4fdb0a72ae" providerId="ADAL" clId="{E31950F0-7ECA-4777-B37F-0298F6B5DDCF}" dt="2025-07-29T12:39:47.351" v="1450" actId="208"/>
          <ac:spMkLst>
            <pc:docMk/>
            <pc:sldMk cId="762567597" sldId="315"/>
            <ac:spMk id="6" creationId="{987202B3-095A-77D1-3E44-DC035A91022E}"/>
          </ac:spMkLst>
        </pc:spChg>
        <pc:spChg chg="add mod">
          <ac:chgData name="Nguyen Tuan. Long" userId="e4e93a65-ca82-41ec-92c8-0e4fdb0a72ae" providerId="ADAL" clId="{E31950F0-7ECA-4777-B37F-0298F6B5DDCF}" dt="2025-07-29T12:36:01.261" v="1394"/>
          <ac:spMkLst>
            <pc:docMk/>
            <pc:sldMk cId="762567597" sldId="315"/>
            <ac:spMk id="8" creationId="{ABC0691A-CF8A-91D2-D22C-835F54829D18}"/>
          </ac:spMkLst>
        </pc:spChg>
        <pc:graphicFrameChg chg="add mod">
          <ac:chgData name="Nguyen Tuan. Long" userId="e4e93a65-ca82-41ec-92c8-0e4fdb0a72ae" providerId="ADAL" clId="{E31950F0-7ECA-4777-B37F-0298F6B5DDCF}" dt="2025-07-29T12:36:00.515" v="1393" actId="1076"/>
          <ac:graphicFrameMkLst>
            <pc:docMk/>
            <pc:sldMk cId="762567597" sldId="315"/>
            <ac:graphicFrameMk id="7" creationId="{37514A71-1521-CF80-414D-8FEC1AA27884}"/>
          </ac:graphicFrameMkLst>
        </pc:graphicFrameChg>
        <pc:graphicFrameChg chg="add mod modGraphic">
          <ac:chgData name="Nguyen Tuan. Long" userId="e4e93a65-ca82-41ec-92c8-0e4fdb0a72ae" providerId="ADAL" clId="{E31950F0-7ECA-4777-B37F-0298F6B5DDCF}" dt="2025-07-29T12:45:08.879" v="1461" actId="14100"/>
          <ac:graphicFrameMkLst>
            <pc:docMk/>
            <pc:sldMk cId="762567597" sldId="315"/>
            <ac:graphicFrameMk id="9" creationId="{34A99715-0B8C-A10B-6F6A-FBEDC0DC9FEB}"/>
          </ac:graphicFrameMkLst>
        </pc:graphicFrameChg>
        <pc:graphicFrameChg chg="add mod modGraphic">
          <ac:chgData name="Nguyen Tuan. Long" userId="e4e93a65-ca82-41ec-92c8-0e4fdb0a72ae" providerId="ADAL" clId="{E31950F0-7ECA-4777-B37F-0298F6B5DDCF}" dt="2025-07-29T12:45:55.999" v="1470" actId="14100"/>
          <ac:graphicFrameMkLst>
            <pc:docMk/>
            <pc:sldMk cId="762567597" sldId="315"/>
            <ac:graphicFrameMk id="10" creationId="{23350343-9592-6177-09CD-7380E66CB463}"/>
          </ac:graphicFrameMkLst>
        </pc:graphicFrameChg>
        <pc:graphicFrameChg chg="add mod modGraphic">
          <ac:chgData name="Nguyen Tuan. Long" userId="e4e93a65-ca82-41ec-92c8-0e4fdb0a72ae" providerId="ADAL" clId="{E31950F0-7ECA-4777-B37F-0298F6B5DDCF}" dt="2025-07-29T12:46:50.585" v="1478" actId="1076"/>
          <ac:graphicFrameMkLst>
            <pc:docMk/>
            <pc:sldMk cId="762567597" sldId="315"/>
            <ac:graphicFrameMk id="11" creationId="{AB5E4326-5DC6-202B-4438-C252E6A4C75C}"/>
          </ac:graphicFrameMkLst>
        </pc:graphicFrameChg>
        <pc:graphicFrameChg chg="add mod modGraphic">
          <ac:chgData name="Nguyen Tuan. Long" userId="e4e93a65-ca82-41ec-92c8-0e4fdb0a72ae" providerId="ADAL" clId="{E31950F0-7ECA-4777-B37F-0298F6B5DDCF}" dt="2025-07-29T12:47:28.220" v="1482" actId="12385"/>
          <ac:graphicFrameMkLst>
            <pc:docMk/>
            <pc:sldMk cId="762567597" sldId="315"/>
            <ac:graphicFrameMk id="12" creationId="{88CC8A78-C1D6-E0C9-F59B-E3B053B61EFF}"/>
          </ac:graphicFrameMkLst>
        </pc:graphicFrameChg>
      </pc:sldChg>
      <pc:sldChg chg="addSp delSp modSp add mod">
        <pc:chgData name="Nguyen Tuan. Long" userId="e4e93a65-ca82-41ec-92c8-0e4fdb0a72ae" providerId="ADAL" clId="{E31950F0-7ECA-4777-B37F-0298F6B5DDCF}" dt="2025-07-30T03:43:24.566" v="1663" actId="20577"/>
        <pc:sldMkLst>
          <pc:docMk/>
          <pc:sldMk cId="3066603132" sldId="316"/>
        </pc:sldMkLst>
        <pc:spChg chg="mod">
          <ac:chgData name="Nguyen Tuan. Long" userId="e4e93a65-ca82-41ec-92c8-0e4fdb0a72ae" providerId="ADAL" clId="{E31950F0-7ECA-4777-B37F-0298F6B5DDCF}" dt="2025-07-29T13:17:13.780" v="1604" actId="20577"/>
          <ac:spMkLst>
            <pc:docMk/>
            <pc:sldMk cId="3066603132" sldId="316"/>
            <ac:spMk id="3" creationId="{9485860B-AEF6-2652-140F-2C26133E7E8B}"/>
          </ac:spMkLst>
        </pc:spChg>
        <pc:spChg chg="add mod">
          <ac:chgData name="Nguyen Tuan. Long" userId="e4e93a65-ca82-41ec-92c8-0e4fdb0a72ae" providerId="ADAL" clId="{E31950F0-7ECA-4777-B37F-0298F6B5DDCF}" dt="2025-07-30T03:43:24.566" v="1663" actId="20577"/>
          <ac:spMkLst>
            <pc:docMk/>
            <pc:sldMk cId="3066603132" sldId="316"/>
            <ac:spMk id="4" creationId="{F1B4D36E-380B-13C8-6903-CF9AAA627275}"/>
          </ac:spMkLst>
        </pc:spChg>
        <pc:spChg chg="del">
          <ac:chgData name="Nguyen Tuan. Long" userId="e4e93a65-ca82-41ec-92c8-0e4fdb0a72ae" providerId="ADAL" clId="{E31950F0-7ECA-4777-B37F-0298F6B5DDCF}" dt="2025-07-29T13:16:46.265" v="1499" actId="478"/>
          <ac:spMkLst>
            <pc:docMk/>
            <pc:sldMk cId="3066603132" sldId="316"/>
            <ac:spMk id="5" creationId="{2C1BC913-BB8A-474B-8A25-A3652C27434C}"/>
          </ac:spMkLst>
        </pc:spChg>
      </pc:sldChg>
    </pc:docChg>
  </pc:docChgLst>
  <pc:docChgLst>
    <pc:chgData name="Nguyen Tuan. Long" userId="e4e93a65-ca82-41ec-92c8-0e4fdb0a72ae" providerId="ADAL" clId="{FA1CF752-5D0C-42EF-8468-2604F6D53250}"/>
    <pc:docChg chg="delSld">
      <pc:chgData name="Nguyen Tuan. Long" userId="e4e93a65-ca82-41ec-92c8-0e4fdb0a72ae" providerId="ADAL" clId="{FA1CF752-5D0C-42EF-8468-2604F6D53250}" dt="2025-07-20T08:46:25.674" v="0" actId="47"/>
      <pc:docMkLst>
        <pc:docMk/>
      </pc:docMkLst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702492203" sldId="261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1023826877" sldId="262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3141640175" sldId="263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3015029296" sldId="264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3716515059" sldId="266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2067612317" sldId="267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1568112993" sldId="268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0" sldId="270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0" sldId="273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0" sldId="275"/>
        </pc:sldMkLst>
      </pc:sldChg>
      <pc:sldChg chg="del">
        <pc:chgData name="Nguyen Tuan. Long" userId="e4e93a65-ca82-41ec-92c8-0e4fdb0a72ae" providerId="ADAL" clId="{FA1CF752-5D0C-42EF-8468-2604F6D53250}" dt="2025-07-20T08:46:25.674" v="0" actId="47"/>
        <pc:sldMkLst>
          <pc:docMk/>
          <pc:sldMk cId="0" sldId="276"/>
        </pc:sldMkLst>
      </pc:sldChg>
      <pc:sldMasterChg chg="delSldLayout">
        <pc:chgData name="Nguyen Tuan. Long" userId="e4e93a65-ca82-41ec-92c8-0e4fdb0a72ae" providerId="ADAL" clId="{FA1CF752-5D0C-42EF-8468-2604F6D53250}" dt="2025-07-20T08:46:25.674" v="0" actId="47"/>
        <pc:sldMasterMkLst>
          <pc:docMk/>
          <pc:sldMasterMk cId="2499765464" sldId="2147484103"/>
        </pc:sldMasterMkLst>
        <pc:sldLayoutChg chg="del">
          <pc:chgData name="Nguyen Tuan. Long" userId="e4e93a65-ca82-41ec-92c8-0e4fdb0a72ae" providerId="ADAL" clId="{FA1CF752-5D0C-42EF-8468-2604F6D53250}" dt="2025-07-20T08:46:25.674" v="0" actId="47"/>
          <pc:sldLayoutMkLst>
            <pc:docMk/>
            <pc:sldMasterMk cId="2499765464" sldId="2147484103"/>
            <pc:sldLayoutMk cId="1034140459" sldId="214748411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719FD-B48E-44B9-BD2C-F9D1984D52D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73BF4-F2AF-410C-9477-673E09626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5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73BF4-F2AF-410C-9477-673E09626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362449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F2EC18D7-2AD4-4E37-9003-9536FA6A0C8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1252510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Dr.</a:t>
                      </a:r>
                      <a:r>
                        <a:rPr lang="en-GB" sz="2000">
                          <a:solidFill>
                            <a:srgbClr val="073851"/>
                          </a:solidFill>
                        </a:rPr>
                        <a:t> Nguyen </a:t>
                      </a: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Tuan Long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F477654-3A52-14EC-268C-DD54D8779EEA}"/>
              </a:ext>
            </a:extLst>
          </p:cNvPr>
          <p:cNvSpPr txBox="1"/>
          <p:nvPr userDrawn="1"/>
        </p:nvSpPr>
        <p:spPr>
          <a:xfrm>
            <a:off x="6603023" y="1552552"/>
            <a:ext cx="5588977" cy="707886"/>
          </a:xfrm>
          <a:prstGeom prst="rect">
            <a:avLst/>
          </a:prstGeom>
          <a:solidFill>
            <a:srgbClr val="0D4261"/>
          </a:solidFill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D842"/>
                </a:solidFill>
              </a:rPr>
              <a:t>Data science</a:t>
            </a:r>
            <a:endParaRPr lang="en-US" sz="4000" dirty="0">
              <a:solidFill>
                <a:srgbClr val="FFD8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41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8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1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02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2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 userDrawn="1"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14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6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99529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 userDrawn="1"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1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60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5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 userDrawn="1"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65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1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  <p:sldLayoutId id="214748411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AE50545-3322-4312-B0BF-5362D10AB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361919"/>
            <a:ext cx="12192000" cy="1066801"/>
          </a:xfrm>
        </p:spPr>
        <p:txBody>
          <a:bodyPr/>
          <a:lstStyle/>
          <a:p>
            <a:r>
              <a:rPr lang="en-US" dirty="0"/>
              <a:t>Lesson 5: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nghị</a:t>
            </a:r>
            <a:endParaRPr lang="en-US" dirty="0"/>
          </a:p>
        </p:txBody>
      </p:sp>
      <p:pic>
        <p:nvPicPr>
          <p:cNvPr id="5" name="Picture 2" descr="Khoa Toán kinh tế NEU - Home | Facebook">
            <a:extLst>
              <a:ext uri="{FF2B5EF4-FFF2-40B4-BE49-F238E27FC236}">
                <a16:creationId xmlns:a16="http://schemas.microsoft.com/office/drawing/2014/main" id="{457E6992-B6C3-4286-87C3-2C878A412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08" y="144266"/>
            <a:ext cx="1066801" cy="10668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softEdge rad="127000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60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3">
            <a:extLst>
              <a:ext uri="{FF2B5EF4-FFF2-40B4-BE49-F238E27FC236}">
                <a16:creationId xmlns:a16="http://schemas.microsoft.com/office/drawing/2014/main" id="{501D0AE0-C2DA-4E6C-A2B5-9CD31C66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Nội</a:t>
            </a:r>
            <a:r>
              <a:rPr lang="en-GB" dirty="0">
                <a:latin typeface="+mn-lt"/>
              </a:rPr>
              <a:t> dung</a:t>
            </a:r>
            <a:endParaRPr lang="en-US" dirty="0">
              <a:latin typeface="+mn-lt"/>
            </a:endParaRPr>
          </a:p>
        </p:txBody>
      </p:sp>
      <p:sp>
        <p:nvSpPr>
          <p:cNvPr id="8" name="Chỗ dành sẵn cho Số hiệu Bản chiếu 4">
            <a:extLst>
              <a:ext uri="{FF2B5EF4-FFF2-40B4-BE49-F238E27FC236}">
                <a16:creationId xmlns:a16="http://schemas.microsoft.com/office/drawing/2014/main" id="{7CF7CA5B-C19E-4A13-B2C1-C7B90F5DD51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71E3FF1-5B7B-E027-BEE5-8920D297E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17" y="1630482"/>
            <a:ext cx="10904965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Khuyến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Phương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#1: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(Content-Based Filtering)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Case Study #1 -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Phương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#2: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Cộng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(Collaborative Filtering)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Surprise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thuật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SVD.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Case Study #2 -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khuyến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67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3C9DBF5E-2388-4891-A741-1F2CD76B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Mục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tiêu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D09891F-E406-4ACA-9FA6-9A677D93DA06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A10BB7-036B-5DBC-056F-D94A2F3C0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04209"/>
            <a:ext cx="11110431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Khuyến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nghị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TF-IDF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Cosine Similarity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khuyến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nghị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SVD.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Top-N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Precision@k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Recall@k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19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9977-F264-D029-D793-581D1B7F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BE1691E-E387-4166-6DE1-2DBD8FB8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PHẦN 1: TỔNG QUAN VỀ HỆ THỐNG KHUYẾN NGHỊ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61295AD0-63F6-F80C-6409-07D7F918E68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464D29-1AEE-1594-2CF6-1247D5310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19275" y="1246250"/>
            <a:ext cx="9214382" cy="3136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Định nghĩa và Ví dụ thực tế.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Tại sao doanh nghiệp cần Hệ thống Khuyến nghị?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Hai hướng tiếp cận chính.</a:t>
            </a:r>
          </a:p>
        </p:txBody>
      </p:sp>
    </p:spTree>
    <p:extLst>
      <p:ext uri="{BB962C8B-B14F-4D97-AF65-F5344CB8AC3E}">
        <p14:creationId xmlns:p14="http://schemas.microsoft.com/office/powerpoint/2010/main" val="195539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1A9C-043C-B067-AFDA-A2E099CC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267E842-3F79-D1CD-D2AC-2C68BC88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Bạn đã thấy chúng ở khắp mọi nơi!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FDDD430C-557E-28E6-1E17-C89230B3DC7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A1AFBD-E0CB-989B-7D32-76E47D66C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56607" y="1566012"/>
            <a:ext cx="10889795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Netflix: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'The Crown'" -&gt;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..."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Spotify: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Playlist "Discover Weekly"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riêng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Các video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ở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C7252-B079-D612-8C95-24EDD122BDDD}"/>
              </a:ext>
            </a:extLst>
          </p:cNvPr>
          <p:cNvSpPr txBox="1"/>
          <p:nvPr/>
        </p:nvSpPr>
        <p:spPr>
          <a:xfrm>
            <a:off x="699407" y="4722951"/>
            <a:ext cx="10868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400" b="1" dirty="0"/>
              <a:t>Hệ thống Khuyến nghị (Recommendation System)</a:t>
            </a:r>
            <a:r>
              <a:rPr lang="vi-VN" sz="2400" dirty="0"/>
              <a:t> là một hệ thống lọc thông tin nhằm dự đoán "sự yêu thích" mà một người dùng sẽ dành cho một sản phẩm và gợi ý các sản phẩm mà người dùng có khả năng thích nhất.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672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C950-3F35-41F8-F834-B389059C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CC0A721-EA16-7954-0E6E-FEBFCE6E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Tại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sao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nó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lại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quan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trọng</a:t>
            </a:r>
            <a:r>
              <a:rPr lang="en-US" dirty="0">
                <a:latin typeface="+mn-lt"/>
              </a:rPr>
              <a:t>?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9C4BC0D-530E-0F6E-463B-9963F8C5B7C4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0F032D-3FE1-3DDC-9475-20E51FF75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317205"/>
            <a:ext cx="11110431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Tăng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Doanh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lòng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lòng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Tăng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ở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lâu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YouTube, Netflix).</a:t>
            </a:r>
          </a:p>
        </p:txBody>
      </p:sp>
    </p:spTree>
    <p:extLst>
      <p:ext uri="{BB962C8B-B14F-4D97-AF65-F5344CB8AC3E}">
        <p14:creationId xmlns:p14="http://schemas.microsoft.com/office/powerpoint/2010/main" val="221939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04E3-E273-91A2-7790-DDBB04FD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8BB832FF-E278-7052-079C-6F48AAB3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 Hai hướng tiếp cận chính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C79FA38A-0257-C79A-5789-5A6AFFFA6742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415AE-7554-46EC-A0DD-9A50247B0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09667"/>
            <a:ext cx="11110431" cy="5412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(Content-Based Filtering): 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giống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cũng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thuộc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"Iron Man"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siêu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"Captain America".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Cộng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(Collaborative Filtering): 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giống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 (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Sau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Bình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đều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"Iron Man"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"Captain America". An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vừa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"Thor".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"Thor"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Bình.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1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158E3-770C-594F-7ED0-EDDB6E0C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CCAD3A52-FB44-09FA-74A9-C2A40AA7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PHẦN 2: LỌC DỰA TRÊN NỘI DUNG 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8AC9A92D-99F4-215F-E9CE-7D665CAF362B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7E6729-9D86-3936-2A58-01DD63DEB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0784" y="1565229"/>
            <a:ext cx="11110431" cy="219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cốt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lõi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lường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"?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Cosine Similarity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870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262E4-7FB5-AD11-5DF1-EA4DE79C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09C009C-9AE6-9C16-D664-C9C7BF67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Ý tưởng cốt lõi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6AD4333B-378F-EF9D-A5F1-E68050EAD09B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832467-8868-3DF5-4A5F-A78F3D6FD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359965"/>
            <a:ext cx="11182349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Sắp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000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4650-8AB6-194A-F4D6-620B9617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DDA4752-4CFD-A61C-CA5B-0C5EA367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Làm sao để máy tính "hiểu" được văn bản?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6B12665F-707E-2D02-4F20-6CCC4574D7F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6901F9-C8BC-8C19-8F4F-12378EBAD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241788"/>
            <a:ext cx="11110431" cy="5148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hay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tròn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(Term Frequency - Inverse Document Frequency)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TF-IDF: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 từ xuất hiện nhiều trong một văn bản nhưng xuất hiện ít trong các văn bản khác sẽ được coi là quan trọng và có trọng số cao.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62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94EDE4-8BEA-F6FC-3917-68A6155A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Calibri (Headings)"/>
              </a:rPr>
              <a:t>Ví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dụ</a:t>
            </a:r>
            <a:r>
              <a:rPr lang="en-US" dirty="0">
                <a:latin typeface="Calibri (Headings)"/>
              </a:rPr>
              <a:t> TF-IDF: </a:t>
            </a:r>
            <a:r>
              <a:rPr lang="en-US" dirty="0" err="1">
                <a:latin typeface="Calibri (Headings)"/>
              </a:rPr>
              <a:t>Biến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văn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bản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thành</a:t>
            </a:r>
            <a:r>
              <a:rPr lang="en-US" dirty="0">
                <a:latin typeface="Calibri (Headings)"/>
              </a:rPr>
              <a:t>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195D0-7869-3D59-C425-39AA6AA95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D1E99E-A14C-9606-FE33-7A232A8CB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47" y="996670"/>
            <a:ext cx="6867524" cy="144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 1: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 2: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mèo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điển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(Vocabulary):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mèo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chạy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nhanh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87202B3-095A-77D1-3E44-DC035A910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47" y="5024021"/>
            <a:ext cx="10740118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=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xuất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/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hiếm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Tổng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chứa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 * IDF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A99715-0B8C-A10B-6F6A-FBEDC0DC9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017407"/>
              </p:ext>
            </p:extLst>
          </p:nvPr>
        </p:nvGraphicFramePr>
        <p:xfrm>
          <a:off x="3147332" y="2631059"/>
          <a:ext cx="815068" cy="2103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5068">
                  <a:extLst>
                    <a:ext uri="{9D8B030D-6E8A-4147-A177-3AD203B41FA5}">
                      <a16:colId xmlns:a16="http://schemas.microsoft.com/office/drawing/2014/main" val="114233703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TỪ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20512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chó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75604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mèo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47737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chạy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39389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nhanh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1502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350343-9592-6177-09CD-7380E66CB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17170"/>
              </p:ext>
            </p:extLst>
          </p:nvPr>
        </p:nvGraphicFramePr>
        <p:xfrm>
          <a:off x="4052207" y="2631060"/>
          <a:ext cx="2392136" cy="2103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96068">
                  <a:extLst>
                    <a:ext uri="{9D8B030D-6E8A-4147-A177-3AD203B41FA5}">
                      <a16:colId xmlns:a16="http://schemas.microsoft.com/office/drawing/2014/main" val="2656874297"/>
                    </a:ext>
                  </a:extLst>
                </a:gridCol>
                <a:gridCol w="1196068">
                  <a:extLst>
                    <a:ext uri="{9D8B030D-6E8A-4147-A177-3AD203B41FA5}">
                      <a16:colId xmlns:a16="http://schemas.microsoft.com/office/drawing/2014/main" val="341312597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TF (Doc 1)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TF (Doc 2)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37121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93411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9106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96309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1/3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2609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5E4326-5DC6-202B-4438-C252E6A4C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437625"/>
              </p:ext>
            </p:extLst>
          </p:nvPr>
        </p:nvGraphicFramePr>
        <p:xfrm>
          <a:off x="6641343" y="2631059"/>
          <a:ext cx="1011315" cy="2103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011315">
                  <a:extLst>
                    <a:ext uri="{9D8B030D-6E8A-4147-A177-3AD203B41FA5}">
                      <a16:colId xmlns:a16="http://schemas.microsoft.com/office/drawing/2014/main" val="648195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IDF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4387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0.301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6075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0.301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429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54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4400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8CC8A78-C1D6-E0C9-F59B-E3B053B61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926926"/>
              </p:ext>
            </p:extLst>
          </p:nvPr>
        </p:nvGraphicFramePr>
        <p:xfrm>
          <a:off x="7849658" y="2631059"/>
          <a:ext cx="1982511" cy="2103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046339">
                  <a:extLst>
                    <a:ext uri="{9D8B030D-6E8A-4147-A177-3AD203B41FA5}">
                      <a16:colId xmlns:a16="http://schemas.microsoft.com/office/drawing/2014/main" val="521485061"/>
                    </a:ext>
                  </a:extLst>
                </a:gridCol>
                <a:gridCol w="936172">
                  <a:extLst>
                    <a:ext uri="{9D8B030D-6E8A-4147-A177-3AD203B41FA5}">
                      <a16:colId xmlns:a16="http://schemas.microsoft.com/office/drawing/2014/main" val="33696519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TF-IDF (Doc 1)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TF-IDF (Doc 2)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82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0.1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  <a:endParaRPr lang="en-US" sz="180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188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0.1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5037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  <a:endParaRPr lang="en-US" sz="180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98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367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56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1B18-45AC-8FB8-F9E3-83DD4729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8524BE3-0853-4E27-8922-D70133C9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Mini-Lab: </a:t>
            </a:r>
            <a:r>
              <a:rPr lang="en-US" dirty="0" err="1">
                <a:latin typeface="+mn-lt"/>
              </a:rPr>
              <a:t>Tìm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hiểu</a:t>
            </a:r>
            <a:r>
              <a:rPr lang="en-US" dirty="0">
                <a:latin typeface="+mn-lt"/>
              </a:rPr>
              <a:t> TF-IDF </a:t>
            </a:r>
            <a:r>
              <a:rPr lang="en-US" dirty="0" err="1">
                <a:latin typeface="+mn-lt"/>
              </a:rPr>
              <a:t>với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sklearn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8286C72F-3875-4A9F-5B7A-7794A2E8CF6D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1AF29-45D1-B6E2-FE61-F9E14B0755C3}"/>
              </a:ext>
            </a:extLst>
          </p:cNvPr>
          <p:cNvSpPr txBox="1"/>
          <p:nvPr/>
        </p:nvSpPr>
        <p:spPr>
          <a:xfrm>
            <a:off x="806902" y="970358"/>
            <a:ext cx="10894080" cy="3367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feature_extraction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TfidfVectorizer</a:t>
            </a: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Dữ liệu mẫu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documents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'the cat sat on the mat'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'the dog sat on the log'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'the cat and the dog are friends'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Khởi tạo TfidfVectorizer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tfidf_vectorizer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TfidfVectorizer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Học và biến đổi dữ liệu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tfidf_matrix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tfidf_vectorizer.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(documents)</a:t>
            </a: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In ra ma trận TF-IDF (dạng thưa)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"ma trận TF-IDF: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,tfidf_matrix.toarray())</a:t>
            </a: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In ra các từ (features) đã học được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 các từ (features) đã học được: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tfidf_vectorizer.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get_feature_names_out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DD8D42-8725-AE89-DB67-EE6AFC00E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4453182"/>
            <a:ext cx="6392040" cy="19636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B22B9B-7806-6594-1AF9-88C9741D7F3E}"/>
              </a:ext>
            </a:extLst>
          </p:cNvPr>
          <p:cNvSpPr txBox="1"/>
          <p:nvPr/>
        </p:nvSpPr>
        <p:spPr>
          <a:xfrm>
            <a:off x="7119257" y="4453182"/>
            <a:ext cx="456460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vi-VN" sz="2400" b="1" dirty="0"/>
              <a:t>Diễn giải:</a:t>
            </a:r>
            <a:r>
              <a:rPr lang="vi-VN" sz="2400" dirty="0"/>
              <a:t> Mỗi hàng là một câu, mỗi cột là một từ. Giá trị trong ô thể hiện trọng số TF-IDF của từ đó trong câu tương ứng.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654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3FCE-3D2C-85A7-F685-5462B26A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A7665A9-A3C7-ABA3-24AD-4346CEDE3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2873" y="1189156"/>
            <a:ext cx="5727927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vector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Cosine Similarity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Cosine)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48DA5DC-7226-CAB6-1F61-2603CE08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 Đo lường "Sự tương tự“</a:t>
            </a:r>
            <a:r>
              <a:rPr lang="en-US" dirty="0">
                <a:latin typeface="+mn-lt"/>
              </a:rPr>
              <a:t> - Similarity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832834DA-6AE8-06BF-5C27-36E0334EFB60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42" name="Picture 2" descr="Cosine Similarity Explained">
            <a:extLst>
              <a:ext uri="{FF2B5EF4-FFF2-40B4-BE49-F238E27FC236}">
                <a16:creationId xmlns:a16="http://schemas.microsoft.com/office/drawing/2014/main" id="{62592623-C338-C2BD-8EB8-2E1A6A8C0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701" y="1014831"/>
            <a:ext cx="4498285" cy="319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30046F-D1CB-6E1C-A3F2-37B26B791D91}"/>
              </a:ext>
            </a:extLst>
          </p:cNvPr>
          <p:cNvSpPr txBox="1"/>
          <p:nvPr/>
        </p:nvSpPr>
        <p:spPr>
          <a:xfrm>
            <a:off x="617849" y="3799839"/>
            <a:ext cx="10930137" cy="2655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lường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0°),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tuyệt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90°),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ngược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180°),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-1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ngược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31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3698-2095-9F98-3391-9138F359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16DAA3D2-2D6B-1F42-9CF1-7E7DD5AA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dirty="0">
                <a:latin typeface="+mn-lt"/>
              </a:rPr>
              <a:t>PHẦN 3: CASE STUDY #1 - GỢI Ý SẢN PHẨM TƯƠNG TỰ </a:t>
            </a:r>
            <a:endParaRPr lang="en-US" sz="3000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11B9183B-7FCA-5C7C-C961-5CE19B8F81F8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FF47C-80C7-E9EB-D60E-4B2016967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vi-VN" b="1" dirty="0"/>
              <a:t>Bài toán:</a:t>
            </a:r>
            <a:r>
              <a:rPr lang="vi-VN" dirty="0"/>
              <a:t> Khi một khách hàng đang xem một sản phẩm, hãy gợi ý 5 sản phẩm khác có mô tả tương tự nhất.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Bước 1:</a:t>
            </a:r>
            <a:r>
              <a:rPr lang="vi-VN" dirty="0"/>
              <a:t> Chuẩn bị dữ liệu và áp dụng TF-IDF.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Bước 2:</a:t>
            </a:r>
            <a:r>
              <a:rPr lang="vi-VN" dirty="0"/>
              <a:t> Tính toán ma trận Cosine Similarity.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Bước 3:</a:t>
            </a:r>
            <a:r>
              <a:rPr lang="vi-VN" dirty="0"/>
              <a:t> Xây dựng hàm gợi ý.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63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367D-9343-81A0-5EBD-05FFD5A8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AA318F9E-8A0A-1351-510C-DC118D5A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1: Chuẩn bị dữ liệu &amp; Áp dụng TF-IDF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7EAE8EE5-F43D-E2B6-83F3-1B1915965155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30E9E-888F-1FA3-176D-1888A17645D5}"/>
              </a:ext>
            </a:extLst>
          </p:cNvPr>
          <p:cNvSpPr txBox="1"/>
          <p:nvPr/>
        </p:nvSpPr>
        <p:spPr>
          <a:xfrm>
            <a:off x="772886" y="1221644"/>
            <a:ext cx="10868024" cy="3803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feature_extraction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TfidfVectorizer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Tải dữ liệu đã làm sạch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'OnlineRetail_Cleaned.csv'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Lấy các sản phẩm duy nhất (loại bỏ trùng lặp)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product_descriptions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df[[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'StockCode'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drop_duplicates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set_index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'StockCode'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Xử lý giá trị thiếu trong mô tả và chuyển thành chữ thường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product_descriptions[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product_descriptions[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).str.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Khởi tạo và áp dụng TF-IDF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tfidf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TfidfVectorizer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stop_words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'english'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tfidf_matrix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tfidf.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(product_descriptions[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1207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AA83-D55B-FA2C-ED20-948C9799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A290C93D-ACFC-0F8D-023C-C7B82D70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Bước</a:t>
            </a:r>
            <a:r>
              <a:rPr lang="en-US" dirty="0">
                <a:latin typeface="+mn-lt"/>
              </a:rPr>
              <a:t> 2 &amp; 3: </a:t>
            </a:r>
            <a:r>
              <a:rPr lang="en-US" dirty="0" err="1">
                <a:latin typeface="+mn-lt"/>
              </a:rPr>
              <a:t>Tính</a:t>
            </a:r>
            <a:r>
              <a:rPr lang="en-US" dirty="0">
                <a:latin typeface="+mn-lt"/>
              </a:rPr>
              <a:t> Cosine Similarity &amp; </a:t>
            </a:r>
            <a:r>
              <a:rPr lang="en-US" dirty="0" err="1">
                <a:latin typeface="+mn-lt"/>
              </a:rPr>
              <a:t>Xây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dựng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hàm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gợi</a:t>
            </a:r>
            <a:r>
              <a:rPr lang="en-US" dirty="0">
                <a:latin typeface="+mn-lt"/>
              </a:rPr>
              <a:t> ý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B3B921A-F92A-DA74-D186-7ADAAF394E8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14D3C-DCEF-A06F-E0F7-1C33D3589B39}"/>
              </a:ext>
            </a:extLst>
          </p:cNvPr>
          <p:cNvSpPr txBox="1"/>
          <p:nvPr/>
        </p:nvSpPr>
        <p:spPr>
          <a:xfrm>
            <a:off x="805543" y="1418300"/>
            <a:ext cx="7043057" cy="48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pairwise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cosine_similarity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ma trận độ tương tự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cosine_sim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cosine_similarity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(tfidf_matrix, tfidf_matrix)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Chuyển thành DataFrame để dễ tra cứu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cosine_sim_df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(cosine_sim,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product_descriptions.index,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product_descriptions.index)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get_content_based_recommendations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stock_code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cosine_sim_df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sim_scores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cosine_sim_df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stock_code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].sort_values(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top_5_similar_products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sim_scores[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product_descriptions.loc[top_5_similar_products.index]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Thử nghiệm hàm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get_content_based_recommendations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'22423'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cosine_sim_df) </a:t>
            </a: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REGENCY CAKESTAND 3 TIER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9CDE3D-4974-4662-9401-50DF6B82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804" y="1418300"/>
            <a:ext cx="4096123" cy="25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14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FA4C-3582-7CEE-79B9-6853D21E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52F65C5E-3CB6-5091-0B8D-E8BCF158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PHẦN 4: LỌC CỘNG TÁC (COLLABORATIVE FILTERING)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7517A97-C0F0-744B-1709-EC3E6FE1D1A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AB00B-2F2D-F291-891C-968CE2A3A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19894" y="1492597"/>
            <a:ext cx="10270760" cy="340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Ý tưởng cốt lõi.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Các loại Lọc Cộng tác.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Dữ liệu tường minh (Explicit) vs. Dữ liệu ngầm (Implicit).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Thách thức: Vấn đề Khởi đầu nguội (Cold Start Problem).</a:t>
            </a:r>
          </a:p>
        </p:txBody>
      </p:sp>
    </p:spTree>
    <p:extLst>
      <p:ext uri="{BB962C8B-B14F-4D97-AF65-F5344CB8AC3E}">
        <p14:creationId xmlns:p14="http://schemas.microsoft.com/office/powerpoint/2010/main" val="404058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9071-DB26-5153-210F-3B5DB364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8EBD23C-326B-994A-7FF3-7F22BB9B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Ý tưởng cốt lõi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888F67D2-5BC9-2120-262D-D7682868A139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B4E9A-42AA-7687-8E5A-22F24C627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4109" y="1168196"/>
            <a:ext cx="11110431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Nguyên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tắc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Hãy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tôi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tôi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(rating)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ô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291" name="Picture 3" descr="Splitting user-item interaction matrix | by Mayur Kr. Garg | ZaykXire  Programming | Medium">
            <a:extLst>
              <a:ext uri="{FF2B5EF4-FFF2-40B4-BE49-F238E27FC236}">
                <a16:creationId xmlns:a16="http://schemas.microsoft.com/office/drawing/2014/main" id="{C16E2973-C4E0-09CF-3AEE-2B5FE9A91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18" y="4265698"/>
            <a:ext cx="6363760" cy="19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3" name="Picture 5" descr="Recommender Systems : Beyond the user-item matrix - AI Singapore">
            <a:extLst>
              <a:ext uri="{FF2B5EF4-FFF2-40B4-BE49-F238E27FC236}">
                <a16:creationId xmlns:a16="http://schemas.microsoft.com/office/drawing/2014/main" id="{9641DC65-2683-B8D0-AB7E-E098EA5A3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055" y="3489039"/>
            <a:ext cx="3277205" cy="298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97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BF4C-9E04-D35A-ED94-878E815E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29FDCCA-FEC3-206B-E3C3-11081109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 Dữ liệu Tường minh vs. Dữ liệu </a:t>
            </a:r>
            <a:r>
              <a:rPr lang="en-US" dirty="0">
                <a:latin typeface="+mn-lt"/>
              </a:rPr>
              <a:t>“</a:t>
            </a:r>
            <a:r>
              <a:rPr lang="vi-VN" dirty="0">
                <a:latin typeface="+mn-lt"/>
              </a:rPr>
              <a:t>Ngầm</a:t>
            </a:r>
            <a:r>
              <a:rPr lang="en-US" dirty="0">
                <a:latin typeface="+mn-lt"/>
              </a:rPr>
              <a:t>”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7488CB2B-FA08-1CCC-D486-0499D622AF18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7BFAFF-B83D-A1C6-4118-45E7CD1A4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007667"/>
            <a:ext cx="1118234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Tường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(Explicit Feedback):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1-5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"Thích"/"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Nhược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Hiếm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Ngầm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(Implicit Feedback):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click,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video.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Dồi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dào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Nhược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lúc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cũng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yêu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 case study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đang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ngầm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00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DB23-1424-02C9-DE3D-38D8E9A1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CF4AFB72-04E2-7D6C-367D-05BCF169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Các </a:t>
            </a:r>
            <a:r>
              <a:rPr lang="en-US" dirty="0" err="1">
                <a:latin typeface="+mn-lt"/>
              </a:rPr>
              <a:t>loại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Lọc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Cộng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tác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0275FC8E-F666-FE5E-1903-411AAFDFC73F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8582C3-39B3-2A5D-9819-31266B3F1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84462"/>
            <a:ext cx="1111043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Vùng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(Neighborhood-Based):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User-Based: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Neighbors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có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lịch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giống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họ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Item-Based: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bởi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nhóm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A).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(Model-Based) /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(Matrix Factorization):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kỹ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ẩn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(latent features)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Đây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2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937B-CD8F-75D9-F255-9C24C18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DA90771-82E4-26DF-218D-911BCC6A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Thách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thức</a:t>
            </a:r>
            <a:r>
              <a:rPr lang="en-US" dirty="0">
                <a:latin typeface="+mn-lt"/>
              </a:rPr>
              <a:t>: </a:t>
            </a:r>
            <a:r>
              <a:rPr lang="en-US" dirty="0" err="1">
                <a:latin typeface="+mn-lt"/>
              </a:rPr>
              <a:t>Vấn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đề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Khởi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đầu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nguội</a:t>
            </a:r>
            <a:r>
              <a:rPr lang="en-US" dirty="0">
                <a:latin typeface="+mn-lt"/>
              </a:rPr>
              <a:t> (Cold Start)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5527BBC5-AE48-4F97-7E10-A8A4677C1AD1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6384E3-4775-BB89-F6B1-92A236152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29960"/>
            <a:ext cx="11110431" cy="423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ai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phổ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 trending/top selling).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Yêu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yêu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 (Hybrid)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052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E26A-6912-3F71-FAE2-64AD7175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064DECD0-0892-DE32-ABC1-B8AC502C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PHẦN 5: LỌC CỘNG TÁC VỚI SVD &amp; SCIKIT-LEARN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D5B1AA66-1E88-AA53-069B-64B8080EE07B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634920-87FC-4C2E-97F3-36C20DA96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227" y="1985281"/>
            <a:ext cx="11115673" cy="222748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SVD (Singular Value Decomposition)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Quy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SVD </a:t>
            </a:r>
            <a:r>
              <a:rPr lang="en-US" b="1" dirty="0" err="1"/>
              <a:t>với</a:t>
            </a:r>
            <a:r>
              <a:rPr lang="en-US" b="1" dirty="0"/>
              <a:t> scikit-learn</a:t>
            </a:r>
          </a:p>
        </p:txBody>
      </p:sp>
    </p:spTree>
    <p:extLst>
      <p:ext uri="{BB962C8B-B14F-4D97-AF65-F5344CB8AC3E}">
        <p14:creationId xmlns:p14="http://schemas.microsoft.com/office/powerpoint/2010/main" val="3839248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45D4-7960-ED47-8A78-35137701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B88EFED-A379-6410-4A3D-78989A34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Giới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thiệu</a:t>
            </a:r>
            <a:r>
              <a:rPr lang="en-US" dirty="0">
                <a:latin typeface="+mn-lt"/>
              </a:rPr>
              <a:t> SVD (Singular Value Decomposition)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E8ABB0B-1E03-9DAB-D6DD-8F624666A0AA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1C9FF6-8A33-41D3-CF9B-F4A7E790A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03288"/>
            <a:ext cx="11110431" cy="5425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dùng-Sản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học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(latent features)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có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mức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mức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lãng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"...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có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mức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trẻ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"...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học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897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5715-825A-BF9A-DD41-5E4927F1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C485A850-75B7-9C3A-72F0-EA95DB31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Quy trình triển khai SVD với scikit-learn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E1B288B4-6454-49B5-0D5A-7C52D282271B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D4B5E7-7563-859B-5A8B-A4CEFE12C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231198"/>
            <a:ext cx="11110431" cy="427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thuộc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Scikit-learn.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dùng-Sản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pivot_table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Pandas.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TruncatedSVD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Scikit-learn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phân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trận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Tái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8178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B82B-EC24-D40F-21BB-82C8032BD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06F983A1-8965-E17F-4DD6-C416860B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PHẦN 6: CASE STUDY #2 - KHUYẾN NGHỊ CÁ NHÂN HÓA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BDD31AB6-9505-64E3-A460-9E5B30F20BC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055A73-F082-6D83-38B6-84E687ABA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224165"/>
            <a:ext cx="11110431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Top 10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Người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dùng-Sản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TruncatedSVD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Tái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25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5F996-5FA6-02B2-F1BF-801640D35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5BC843A-4A12-4904-C6CD-29B77A14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1: Tạo ma trận Người dùng-Sản phẩm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FA57E55B-242C-6299-7431-19105ED3F99F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FC79A-B6B8-040A-E68D-9FD2BAFA7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8885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ô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54A60-B36E-7226-8914-3AC551DAE9FC}"/>
              </a:ext>
            </a:extLst>
          </p:cNvPr>
          <p:cNvSpPr txBox="1"/>
          <p:nvPr/>
        </p:nvSpPr>
        <p:spPr>
          <a:xfrm>
            <a:off x="674914" y="2330338"/>
            <a:ext cx="6400800" cy="2713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Tạo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cột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rating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dựa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trên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số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lần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mua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rating_df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StockCode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US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reset_index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Dùng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pivot_table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để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tạo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ma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trận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user_item_matrix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rating_df.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pivot_table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StockCode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'rating'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user_item_matrix.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485BB-6289-F0FC-EEB7-B9FE13AA4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88" y="2466233"/>
            <a:ext cx="5223512" cy="158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8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BBBD-CB9C-D630-1FC2-6E2C3F3A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52902416-B805-1D31-9A87-618BBC02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2: Áp dụng TruncatedSVD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D87E2404-E349-C874-75E8-68A7F431E6C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489A52-0ECA-03BD-E91D-9FCBB05B1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201540"/>
            <a:ext cx="111104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TruncatedSVD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SVD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scikit-learn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tốt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thưa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nhiều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375575-6B0B-C4C5-DC74-32AD9DFE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28" y="4584137"/>
            <a:ext cx="108845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Diễn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matrix_decomposed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nén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gốc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chứa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trọng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FF129-4343-051D-387B-6DC4239A9D9F}"/>
              </a:ext>
            </a:extLst>
          </p:cNvPr>
          <p:cNvSpPr txBox="1"/>
          <p:nvPr/>
        </p:nvSpPr>
        <p:spPr>
          <a:xfrm>
            <a:off x="1328057" y="2126629"/>
            <a:ext cx="8218714" cy="2277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decomposition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TruncatedSVD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Khởi tạo TruncatedSVD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n_components là số lượng đặc trưng ẩn muốn giữ lại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svd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TruncatedSVD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Phân rã ma trận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matrix_decomposed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svd.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(user_item_matrix)</a:t>
            </a: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lưu ý: matrix_decomposed =U*diag, còn V^T được lưu trong svd.components_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94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6FE2-BCB4-64C6-F122-224E9204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128BA9B-37E6-C462-A22F-F0ACDDE6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3: Tái tạo ma trận &amp; Xây dựng hàm gợi ý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A72966A-0EAB-AB52-CA65-AECD043B1B6B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DE6FAFB-1883-F170-D7CB-B2D513C6D4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4875" y="1038226"/>
                <a:ext cx="10801349" cy="681717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Tái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tạo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/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nary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DE6FAFB-1883-F170-D7CB-B2D513C6D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4875" y="1038226"/>
                <a:ext cx="10801349" cy="681717"/>
              </a:xfrm>
              <a:blipFill>
                <a:blip r:embed="rId2"/>
                <a:stretch>
                  <a:fillRect l="-734"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6F6030-51F3-4611-B7C3-E09AFDF1C525}"/>
              </a:ext>
            </a:extLst>
          </p:cNvPr>
          <p:cNvSpPr txBox="1"/>
          <p:nvPr/>
        </p:nvSpPr>
        <p:spPr>
          <a:xfrm>
            <a:off x="822551" y="2262532"/>
            <a:ext cx="10546897" cy="1623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Tái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tạo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lại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ma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trận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rating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đầy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đủ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matrix_reconstructed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svd.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inverse_transform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matrix_decomposed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Chuyển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thành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để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dễ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tra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cứu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df_reconstructed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matrix_reconstructed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user_item_matrix.index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user_item_matrix.columns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1576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17EC2-288A-C24D-7F5A-29928D44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BDF359F6-52B0-8B12-BAFD-0A048468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3: Tái tạo ma trận &amp; Xây dựng hàm gợi ý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5F9E6315-E0A6-0E4C-FC30-6E2ADB57B86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AAD77-4125-A9CE-2992-824F992B1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875" y="1038226"/>
            <a:ext cx="10801349" cy="71437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F7BF4-7EE0-4FBC-AA2C-6DA4BCA90103}"/>
              </a:ext>
            </a:extLst>
          </p:cNvPr>
          <p:cNvSpPr txBox="1"/>
          <p:nvPr/>
        </p:nvSpPr>
        <p:spPr>
          <a:xfrm>
            <a:off x="899633" y="1514517"/>
            <a:ext cx="108013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 </a:t>
            </a:r>
            <a:r>
              <a:rPr lang="en-US" dirty="0" err="1"/>
              <a:t>get_sklearn_recommendations</a:t>
            </a:r>
            <a:r>
              <a:rPr lang="en-US" dirty="0"/>
              <a:t>(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df_reconstructed</a:t>
            </a:r>
            <a:r>
              <a:rPr lang="en-US" dirty="0"/>
              <a:t>, </a:t>
            </a:r>
            <a:r>
              <a:rPr lang="en-US" dirty="0" err="1"/>
              <a:t>original_matrix</a:t>
            </a:r>
            <a:r>
              <a:rPr lang="en-US" dirty="0"/>
              <a:t>, n=10):</a:t>
            </a:r>
          </a:p>
          <a:p>
            <a:r>
              <a:rPr lang="en-US" dirty="0"/>
              <a:t>    #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user_ratings</a:t>
            </a:r>
            <a:r>
              <a:rPr lang="en-US" dirty="0"/>
              <a:t> = </a:t>
            </a:r>
            <a:r>
              <a:rPr lang="en-US" dirty="0" err="1"/>
              <a:t>df_reconstructed.loc</a:t>
            </a:r>
            <a:r>
              <a:rPr lang="en-US" dirty="0"/>
              <a:t>[</a:t>
            </a:r>
            <a:r>
              <a:rPr lang="en-US" dirty="0" err="1"/>
              <a:t>customer_id</a:t>
            </a:r>
            <a:r>
              <a:rPr lang="en-US" dirty="0"/>
              <a:t>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mua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bought_items</a:t>
            </a:r>
            <a:r>
              <a:rPr lang="en-US" dirty="0"/>
              <a:t> = </a:t>
            </a:r>
            <a:r>
              <a:rPr lang="en-US" dirty="0" err="1"/>
              <a:t>original_matrix.loc</a:t>
            </a:r>
            <a:r>
              <a:rPr lang="en-US" dirty="0"/>
              <a:t>[</a:t>
            </a:r>
            <a:r>
              <a:rPr lang="en-US" dirty="0" err="1"/>
              <a:t>customer_id</a:t>
            </a:r>
            <a:r>
              <a:rPr lang="en-US" dirty="0"/>
              <a:t>][</a:t>
            </a:r>
            <a:r>
              <a:rPr lang="en-US" dirty="0" err="1"/>
              <a:t>original_matrix.loc</a:t>
            </a:r>
            <a:r>
              <a:rPr lang="en-US" dirty="0"/>
              <a:t>[</a:t>
            </a:r>
            <a:r>
              <a:rPr lang="en-US" dirty="0" err="1"/>
              <a:t>customer_id</a:t>
            </a:r>
            <a:r>
              <a:rPr lang="en-US" dirty="0"/>
              <a:t>] &gt; 0].index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mua</a:t>
            </a:r>
            <a:endParaRPr lang="en-US" dirty="0"/>
          </a:p>
          <a:p>
            <a:r>
              <a:rPr lang="en-US" dirty="0"/>
              <a:t>    recommendations = </a:t>
            </a:r>
            <a:r>
              <a:rPr lang="en-US" dirty="0" err="1"/>
              <a:t>user_ratings.drop</a:t>
            </a:r>
            <a:r>
              <a:rPr lang="en-US" dirty="0"/>
              <a:t>(</a:t>
            </a:r>
            <a:r>
              <a:rPr lang="en-US" dirty="0" err="1"/>
              <a:t>bought_items</a:t>
            </a:r>
            <a:r>
              <a:rPr lang="en-US" dirty="0"/>
              <a:t>).</a:t>
            </a:r>
            <a:r>
              <a:rPr lang="en-US" dirty="0" err="1"/>
              <a:t>sort_values</a:t>
            </a:r>
            <a:r>
              <a:rPr lang="en-US" dirty="0"/>
              <a:t>(ascending=False).head(n)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recommendations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hàm</a:t>
            </a:r>
            <a:endParaRPr lang="en-US" dirty="0"/>
          </a:p>
          <a:p>
            <a:r>
              <a:rPr lang="en-US" dirty="0" err="1"/>
              <a:t>customer_id_to_test</a:t>
            </a:r>
            <a:r>
              <a:rPr lang="en-US" dirty="0"/>
              <a:t> = "12471"</a:t>
            </a:r>
          </a:p>
          <a:p>
            <a:r>
              <a:rPr lang="en-US" dirty="0"/>
              <a:t>recs = </a:t>
            </a:r>
            <a:r>
              <a:rPr lang="en-US" dirty="0" err="1"/>
              <a:t>get_sklearn_recommendations</a:t>
            </a:r>
            <a:r>
              <a:rPr lang="en-US" dirty="0"/>
              <a:t>(</a:t>
            </a:r>
            <a:r>
              <a:rPr lang="en-US" dirty="0" err="1"/>
              <a:t>customer_id_to_test</a:t>
            </a:r>
            <a:r>
              <a:rPr lang="en-US" dirty="0"/>
              <a:t>, </a:t>
            </a:r>
            <a:r>
              <a:rPr lang="en-US" dirty="0" err="1"/>
              <a:t>df_reconstructed</a:t>
            </a:r>
            <a:r>
              <a:rPr lang="en-US" dirty="0"/>
              <a:t>, </a:t>
            </a:r>
            <a:r>
              <a:rPr lang="en-US" dirty="0" err="1"/>
              <a:t>user_item_matrix</a:t>
            </a:r>
            <a:r>
              <a:rPr lang="en-US" dirty="0"/>
              <a:t>)</a:t>
            </a:r>
          </a:p>
          <a:p>
            <a:r>
              <a:rPr lang="en-US" dirty="0"/>
              <a:t>print(</a:t>
            </a:r>
            <a:r>
              <a:rPr lang="en-US" dirty="0" err="1"/>
              <a:t>f"Top</a:t>
            </a:r>
            <a:r>
              <a:rPr lang="en-US" dirty="0"/>
              <a:t> 10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{</a:t>
            </a:r>
            <a:r>
              <a:rPr lang="en-US" dirty="0" err="1"/>
              <a:t>customer_id_to_test</a:t>
            </a:r>
            <a:r>
              <a:rPr lang="en-US" dirty="0"/>
              <a:t>}:\n{recs}")</a:t>
            </a:r>
          </a:p>
        </p:txBody>
      </p:sp>
    </p:spTree>
    <p:extLst>
      <p:ext uri="{BB962C8B-B14F-4D97-AF65-F5344CB8AC3E}">
        <p14:creationId xmlns:p14="http://schemas.microsoft.com/office/powerpoint/2010/main" val="1104969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DFD9-00A8-BCA2-0A3A-1F859B73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BF3ABA7B-35E5-DE97-5982-2AAAEB7C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2800" dirty="0">
                <a:latin typeface="+mn-lt"/>
              </a:rPr>
              <a:t>PHẦN </a:t>
            </a:r>
            <a:r>
              <a:rPr lang="en-US" sz="2800" dirty="0">
                <a:latin typeface="+mn-lt"/>
              </a:rPr>
              <a:t>7</a:t>
            </a:r>
            <a:r>
              <a:rPr lang="vi-VN" sz="2800" dirty="0">
                <a:latin typeface="+mn-lt"/>
              </a:rPr>
              <a:t>: XÂY DỰNG GIAO DIỆN NGƯỜI DÙNG TƯƠNG TÁC</a:t>
            </a:r>
            <a:endParaRPr lang="en-US" sz="2800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1E844EB8-75DC-8275-4AB9-12AA8A2EE3D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EEF81-AC8B-0C10-090E-3F74BA79ED64}"/>
              </a:ext>
            </a:extLst>
          </p:cNvPr>
          <p:cNvSpPr txBox="1">
            <a:spLocks/>
          </p:cNvSpPr>
          <p:nvPr/>
        </p:nvSpPr>
        <p:spPr>
          <a:xfrm>
            <a:off x="696687" y="1102518"/>
            <a:ext cx="11004295" cy="569386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400" dirty="0"/>
              <a:t># Cài </a:t>
            </a:r>
            <a:r>
              <a:rPr lang="en-US" sz="1400" dirty="0" err="1"/>
              <a:t>đặt</a:t>
            </a:r>
            <a:r>
              <a:rPr lang="en-US" sz="1400" dirty="0"/>
              <a:t> (</a:t>
            </a:r>
            <a:r>
              <a:rPr lang="en-US" sz="1400" dirty="0" err="1"/>
              <a:t>nếu</a:t>
            </a:r>
            <a:r>
              <a:rPr lang="en-US" sz="1400" dirty="0"/>
              <a:t> </a:t>
            </a:r>
            <a:r>
              <a:rPr lang="en-US" sz="1400" dirty="0" err="1"/>
              <a:t>chưa</a:t>
            </a:r>
            <a:r>
              <a:rPr lang="en-US" sz="1400" dirty="0"/>
              <a:t> có)</a:t>
            </a:r>
          </a:p>
          <a:p>
            <a:r>
              <a:rPr lang="en-US" sz="1400" dirty="0"/>
              <a:t>#!pip install </a:t>
            </a:r>
            <a:r>
              <a:rPr lang="en-US" sz="1400" dirty="0" err="1"/>
              <a:t>ipywidgets</a:t>
            </a:r>
            <a:endParaRPr lang="en-US" sz="1400" dirty="0"/>
          </a:p>
          <a:p>
            <a:r>
              <a:rPr lang="en-US" sz="1400" dirty="0"/>
              <a:t>#!jupyter </a:t>
            </a:r>
            <a:r>
              <a:rPr lang="en-US" sz="1400" dirty="0" err="1"/>
              <a:t>nbextension</a:t>
            </a:r>
            <a:r>
              <a:rPr lang="en-US" sz="1400" dirty="0"/>
              <a:t> enable --</a:t>
            </a:r>
            <a:r>
              <a:rPr lang="en-US" sz="1400" dirty="0" err="1"/>
              <a:t>py</a:t>
            </a:r>
            <a:r>
              <a:rPr lang="en-US" sz="1400" dirty="0"/>
              <a:t> </a:t>
            </a:r>
            <a:r>
              <a:rPr lang="en-US" sz="1400" dirty="0" err="1"/>
              <a:t>widgetsnbextension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# Import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thư</a:t>
            </a:r>
            <a:r>
              <a:rPr lang="en-US" sz="1400" dirty="0"/>
              <a:t> </a:t>
            </a:r>
            <a:r>
              <a:rPr lang="en-US" sz="1400" dirty="0" err="1"/>
              <a:t>viện</a:t>
            </a:r>
            <a:r>
              <a:rPr lang="en-US" sz="1400" dirty="0"/>
              <a:t> </a:t>
            </a:r>
            <a:r>
              <a:rPr lang="en-US" sz="1400" dirty="0" err="1"/>
              <a:t>cần</a:t>
            </a:r>
            <a:r>
              <a:rPr lang="en-US" sz="1400" dirty="0"/>
              <a:t> </a:t>
            </a:r>
            <a:r>
              <a:rPr lang="en-US" sz="1400" dirty="0" err="1"/>
              <a:t>thiết</a:t>
            </a:r>
            <a:endParaRPr lang="en-US" sz="1400" dirty="0"/>
          </a:p>
          <a:p>
            <a:r>
              <a:rPr lang="en-US" sz="1400" dirty="0"/>
              <a:t>import </a:t>
            </a:r>
            <a:r>
              <a:rPr lang="en-US" sz="1400" dirty="0" err="1"/>
              <a:t>ipywidgets</a:t>
            </a:r>
            <a:r>
              <a:rPr lang="en-US" sz="1400" dirty="0"/>
              <a:t> as widgets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IPython.display</a:t>
            </a:r>
            <a:r>
              <a:rPr lang="en-US" sz="1400" dirty="0"/>
              <a:t> import display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Tạo</a:t>
            </a:r>
            <a:r>
              <a:rPr lang="en-US" sz="1400" dirty="0"/>
              <a:t> dropdown </a:t>
            </a:r>
            <a:r>
              <a:rPr lang="en-US" sz="1400" dirty="0" err="1"/>
              <a:t>chứa</a:t>
            </a:r>
            <a:r>
              <a:rPr lang="en-US" sz="1400" dirty="0"/>
              <a:t> </a:t>
            </a:r>
            <a:r>
              <a:rPr lang="en-US" sz="1400" dirty="0" err="1"/>
              <a:t>danh</a:t>
            </a:r>
            <a:r>
              <a:rPr lang="en-US" sz="1400" dirty="0"/>
              <a:t> </a:t>
            </a:r>
            <a:r>
              <a:rPr lang="en-US" sz="1400" dirty="0" err="1"/>
              <a:t>sách</a:t>
            </a:r>
            <a:r>
              <a:rPr lang="en-US" sz="1400" dirty="0"/>
              <a:t> </a:t>
            </a:r>
            <a:r>
              <a:rPr lang="en-US" sz="1400" dirty="0" err="1"/>
              <a:t>khách</a:t>
            </a:r>
            <a:r>
              <a:rPr lang="en-US" sz="1400" dirty="0"/>
              <a:t> </a:t>
            </a:r>
            <a:r>
              <a:rPr lang="en-US" sz="1400" dirty="0" err="1"/>
              <a:t>hàng</a:t>
            </a:r>
            <a:endParaRPr lang="en-US" sz="1400" dirty="0"/>
          </a:p>
          <a:p>
            <a:r>
              <a:rPr lang="en-US" sz="1400" dirty="0" err="1"/>
              <a:t>customer_dropdown</a:t>
            </a:r>
            <a:r>
              <a:rPr lang="en-US" sz="1400" dirty="0"/>
              <a:t> = </a:t>
            </a:r>
            <a:r>
              <a:rPr lang="en-US" sz="1400" dirty="0" err="1"/>
              <a:t>widgets.Dropdown</a:t>
            </a:r>
            <a:r>
              <a:rPr lang="en-US" sz="1400" dirty="0"/>
              <a:t>(</a:t>
            </a:r>
          </a:p>
          <a:p>
            <a:r>
              <a:rPr lang="en-US" sz="1400" dirty="0"/>
              <a:t>    options=</a:t>
            </a:r>
            <a:r>
              <a:rPr lang="en-US" sz="1400" dirty="0" err="1"/>
              <a:t>user_item_matrix.index.tolist</a:t>
            </a:r>
            <a:r>
              <a:rPr lang="en-US" sz="1400" dirty="0"/>
              <a:t>(),</a:t>
            </a:r>
          </a:p>
          <a:p>
            <a:r>
              <a:rPr lang="en-US" sz="1400" dirty="0"/>
              <a:t>    description='</a:t>
            </a:r>
            <a:r>
              <a:rPr lang="en-US" sz="1400" dirty="0" err="1"/>
              <a:t>Chọn</a:t>
            </a:r>
            <a:r>
              <a:rPr lang="en-US" sz="1400" dirty="0"/>
              <a:t> KH:',</a:t>
            </a:r>
          </a:p>
          <a:p>
            <a:r>
              <a:rPr lang="en-US" sz="1400" dirty="0"/>
              <a:t>    disabled=False,</a:t>
            </a:r>
          </a:p>
          <a:p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# </a:t>
            </a:r>
            <a:r>
              <a:rPr lang="en-US" sz="1400" dirty="0" err="1"/>
              <a:t>Tạo</a:t>
            </a:r>
            <a:r>
              <a:rPr lang="en-US" sz="1400" dirty="0"/>
              <a:t> </a:t>
            </a:r>
            <a:r>
              <a:rPr lang="en-US" sz="1400" dirty="0" err="1"/>
              <a:t>nút</a:t>
            </a:r>
            <a:r>
              <a:rPr lang="en-US" sz="1400" dirty="0"/>
              <a:t> </a:t>
            </a:r>
            <a:r>
              <a:rPr lang="en-US" sz="1400" dirty="0" err="1"/>
              <a:t>bấm</a:t>
            </a:r>
            <a:endParaRPr lang="en-US" sz="1400" dirty="0"/>
          </a:p>
          <a:p>
            <a:r>
              <a:rPr lang="en-US" sz="1400" dirty="0" err="1"/>
              <a:t>recommend_button</a:t>
            </a:r>
            <a:r>
              <a:rPr lang="en-US" sz="1400" dirty="0"/>
              <a:t> = </a:t>
            </a:r>
            <a:r>
              <a:rPr lang="en-US" sz="1400" dirty="0" err="1"/>
              <a:t>widgets.Button</a:t>
            </a:r>
            <a:r>
              <a:rPr lang="en-US" sz="1400" dirty="0"/>
              <a:t>(</a:t>
            </a:r>
          </a:p>
          <a:p>
            <a:r>
              <a:rPr lang="en-US" sz="1400" dirty="0"/>
              <a:t>    description='</a:t>
            </a:r>
            <a:r>
              <a:rPr lang="en-US" sz="1400" dirty="0" err="1"/>
              <a:t>Lấy</a:t>
            </a:r>
            <a:r>
              <a:rPr lang="en-US" sz="1400" dirty="0"/>
              <a:t> </a:t>
            </a:r>
            <a:r>
              <a:rPr lang="en-US" sz="1400" dirty="0" err="1"/>
              <a:t>gợi</a:t>
            </a:r>
            <a:r>
              <a:rPr lang="en-US" sz="1400" dirty="0"/>
              <a:t> ý',</a:t>
            </a:r>
          </a:p>
          <a:p>
            <a:r>
              <a:rPr lang="en-US" sz="1400" dirty="0"/>
              <a:t>    disabled=False,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button_style</a:t>
            </a:r>
            <a:r>
              <a:rPr lang="en-US" sz="1400" dirty="0"/>
              <a:t>='success', </a:t>
            </a:r>
          </a:p>
          <a:p>
            <a:r>
              <a:rPr lang="en-US" sz="1400" dirty="0"/>
              <a:t>    tooltip='Click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xem</a:t>
            </a:r>
            <a:r>
              <a:rPr lang="en-US" sz="1400" dirty="0"/>
              <a:t> </a:t>
            </a:r>
            <a:r>
              <a:rPr lang="en-US" sz="1400" dirty="0" err="1"/>
              <a:t>gợi</a:t>
            </a:r>
            <a:r>
              <a:rPr lang="en-US" sz="1400" dirty="0"/>
              <a:t> ý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khách</a:t>
            </a:r>
            <a:r>
              <a:rPr lang="en-US" sz="1400" dirty="0"/>
              <a:t> </a:t>
            </a:r>
            <a:r>
              <a:rPr lang="en-US" sz="1400" dirty="0" err="1"/>
              <a:t>hàng</a:t>
            </a:r>
            <a:r>
              <a:rPr lang="en-US" sz="1400" dirty="0"/>
              <a:t> </a:t>
            </a:r>
            <a:r>
              <a:rPr lang="en-US" sz="1400" dirty="0" err="1"/>
              <a:t>này</a:t>
            </a:r>
            <a:r>
              <a:rPr lang="en-US" sz="1400" dirty="0"/>
              <a:t>',</a:t>
            </a:r>
          </a:p>
          <a:p>
            <a:r>
              <a:rPr lang="en-US" sz="1400" dirty="0"/>
              <a:t>    icon='check'</a:t>
            </a:r>
          </a:p>
          <a:p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# </a:t>
            </a:r>
            <a:r>
              <a:rPr lang="en-US" sz="1400" dirty="0" err="1"/>
              <a:t>Tạo</a:t>
            </a:r>
            <a:r>
              <a:rPr lang="en-US" sz="1400" dirty="0"/>
              <a:t> </a:t>
            </a:r>
            <a:r>
              <a:rPr lang="en-US" sz="1400" dirty="0" err="1"/>
              <a:t>vùng</a:t>
            </a:r>
            <a:r>
              <a:rPr lang="en-US" sz="1400" dirty="0"/>
              <a:t>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quả</a:t>
            </a:r>
            <a:endParaRPr lang="en-US" sz="1400" dirty="0"/>
          </a:p>
          <a:p>
            <a:r>
              <a:rPr lang="en-US" sz="1400" dirty="0" err="1"/>
              <a:t>output_area</a:t>
            </a:r>
            <a:r>
              <a:rPr lang="en-US" sz="1400" dirty="0"/>
              <a:t> = </a:t>
            </a:r>
            <a:r>
              <a:rPr lang="en-US" sz="1400" dirty="0" err="1"/>
              <a:t>widgets.Output</a:t>
            </a:r>
            <a:r>
              <a:rPr lang="en-US" sz="1400" dirty="0"/>
              <a:t>()</a:t>
            </a:r>
          </a:p>
          <a:p>
            <a:endParaRPr lang="en-US" sz="1400" dirty="0"/>
          </a:p>
          <a:p>
            <a:r>
              <a:rPr lang="en-US" sz="1400" dirty="0"/>
              <a:t># </a:t>
            </a:r>
            <a:r>
              <a:rPr lang="en-US" sz="1400" dirty="0" err="1"/>
              <a:t>Hàm</a:t>
            </a:r>
            <a:r>
              <a:rPr lang="en-US" sz="1400" dirty="0"/>
              <a:t> </a:t>
            </a:r>
            <a:r>
              <a:rPr lang="en-US" sz="1400" dirty="0" err="1"/>
              <a:t>xử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r>
              <a:rPr lang="en-US" sz="1400" dirty="0"/>
              <a:t> </a:t>
            </a: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kiện</a:t>
            </a:r>
            <a:r>
              <a:rPr lang="en-US" sz="1400" dirty="0"/>
              <a:t> click</a:t>
            </a:r>
          </a:p>
          <a:p>
            <a:r>
              <a:rPr lang="en-US" sz="1400" dirty="0"/>
              <a:t>def </a:t>
            </a:r>
            <a:r>
              <a:rPr lang="en-US" sz="1400" dirty="0" err="1"/>
              <a:t>on_button_clicked</a:t>
            </a:r>
            <a:r>
              <a:rPr lang="en-US" sz="1400" dirty="0"/>
              <a:t>(b):</a:t>
            </a:r>
          </a:p>
          <a:p>
            <a:r>
              <a:rPr lang="en-US" sz="1400" dirty="0"/>
              <a:t>    with </a:t>
            </a:r>
            <a:r>
              <a:rPr lang="en-US" sz="1400" dirty="0" err="1"/>
              <a:t>output_area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# </a:t>
            </a:r>
            <a:r>
              <a:rPr lang="en-US" sz="1400" dirty="0" err="1"/>
              <a:t>Xóa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quả</a:t>
            </a:r>
            <a:r>
              <a:rPr lang="en-US" sz="1400" dirty="0"/>
              <a:t> </a:t>
            </a:r>
            <a:r>
              <a:rPr lang="en-US" sz="1400" dirty="0" err="1"/>
              <a:t>cũ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output_area.clear_output</a:t>
            </a:r>
            <a:r>
              <a:rPr lang="en-US" sz="1400" dirty="0"/>
              <a:t>()</a:t>
            </a:r>
          </a:p>
          <a:p>
            <a:r>
              <a:rPr lang="en-US" sz="1400" dirty="0"/>
              <a:t>        </a:t>
            </a:r>
          </a:p>
          <a:p>
            <a:r>
              <a:rPr lang="en-US" sz="1400" dirty="0"/>
              <a:t>        # </a:t>
            </a:r>
            <a:r>
              <a:rPr lang="en-US" sz="1400" dirty="0" err="1"/>
              <a:t>Lấy</a:t>
            </a:r>
            <a:r>
              <a:rPr lang="en-US" sz="1400" dirty="0"/>
              <a:t> </a:t>
            </a:r>
            <a:r>
              <a:rPr lang="en-US" sz="1400" dirty="0" err="1"/>
              <a:t>customer_id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dropdown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selected_customer</a:t>
            </a:r>
            <a:r>
              <a:rPr lang="en-US" sz="1400" dirty="0"/>
              <a:t> = </a:t>
            </a:r>
            <a:r>
              <a:rPr lang="en-US" sz="1400" dirty="0" err="1"/>
              <a:t>customer_dropdown.value</a:t>
            </a:r>
            <a:endParaRPr lang="en-US" sz="1400" dirty="0"/>
          </a:p>
          <a:p>
            <a:r>
              <a:rPr lang="en-US" sz="1400" dirty="0"/>
              <a:t>        </a:t>
            </a:r>
          </a:p>
          <a:p>
            <a:r>
              <a:rPr lang="en-US" sz="1400" dirty="0"/>
              <a:t>        # </a:t>
            </a:r>
            <a:r>
              <a:rPr lang="en-US" sz="1400" dirty="0" err="1"/>
              <a:t>Gọi</a:t>
            </a:r>
            <a:r>
              <a:rPr lang="en-US" sz="1400" dirty="0"/>
              <a:t> </a:t>
            </a:r>
            <a:r>
              <a:rPr lang="en-US" sz="1400" dirty="0" err="1"/>
              <a:t>hàm</a:t>
            </a:r>
            <a:r>
              <a:rPr lang="en-US" sz="1400" dirty="0"/>
              <a:t> </a:t>
            </a:r>
            <a:r>
              <a:rPr lang="en-US" sz="1400" dirty="0" err="1"/>
              <a:t>gợi</a:t>
            </a:r>
            <a:r>
              <a:rPr lang="en-US" sz="1400" dirty="0"/>
              <a:t> ý </a:t>
            </a:r>
            <a:r>
              <a:rPr lang="en-US" sz="1400" dirty="0" err="1"/>
              <a:t>đã</a:t>
            </a:r>
            <a:r>
              <a:rPr lang="en-US" sz="1400" dirty="0"/>
              <a:t> có</a:t>
            </a:r>
          </a:p>
          <a:p>
            <a:r>
              <a:rPr lang="en-US" sz="1400" dirty="0"/>
              <a:t>        recommendations = </a:t>
            </a:r>
            <a:r>
              <a:rPr lang="en-US" sz="1400" dirty="0" err="1"/>
              <a:t>get_sklearn_recommendations</a:t>
            </a:r>
            <a:r>
              <a:rPr lang="en-US" sz="1400" dirty="0"/>
              <a:t>(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selected_customer</a:t>
            </a:r>
            <a:r>
              <a:rPr lang="en-US" sz="1400" dirty="0"/>
              <a:t>, 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df_reconstructed</a:t>
            </a:r>
            <a:r>
              <a:rPr lang="en-US" sz="1400" dirty="0"/>
              <a:t>, 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user_item_matrix</a:t>
            </a:r>
            <a:endParaRPr lang="en-US" sz="1400" dirty="0"/>
          </a:p>
          <a:p>
            <a:r>
              <a:rPr lang="en-US" sz="1400" dirty="0"/>
              <a:t>        )</a:t>
            </a:r>
          </a:p>
          <a:p>
            <a:r>
              <a:rPr lang="en-US" sz="1400" dirty="0"/>
              <a:t>        </a:t>
            </a:r>
          </a:p>
          <a:p>
            <a:r>
              <a:rPr lang="en-US" sz="1400" dirty="0"/>
              <a:t>        # Hiển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quả</a:t>
            </a:r>
            <a:endParaRPr lang="en-US" sz="1400" dirty="0"/>
          </a:p>
          <a:p>
            <a:r>
              <a:rPr lang="en-US" sz="1400" dirty="0"/>
              <a:t>        print(</a:t>
            </a:r>
            <a:r>
              <a:rPr lang="en-US" sz="1400" dirty="0" err="1"/>
              <a:t>f"Gợi</a:t>
            </a:r>
            <a:r>
              <a:rPr lang="en-US" sz="1400" dirty="0"/>
              <a:t> ý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Khách</a:t>
            </a:r>
            <a:r>
              <a:rPr lang="en-US" sz="1400" dirty="0"/>
              <a:t> </a:t>
            </a:r>
            <a:r>
              <a:rPr lang="en-US" sz="1400" dirty="0" err="1"/>
              <a:t>hàng</a:t>
            </a:r>
            <a:r>
              <a:rPr lang="en-US" sz="1400" dirty="0"/>
              <a:t>: {</a:t>
            </a:r>
            <a:r>
              <a:rPr lang="en-US" sz="1400" dirty="0" err="1"/>
              <a:t>selected_customer</a:t>
            </a:r>
            <a:r>
              <a:rPr lang="en-US" sz="1400" dirty="0"/>
              <a:t>}")</a:t>
            </a:r>
          </a:p>
          <a:p>
            <a:r>
              <a:rPr lang="en-US" sz="1400" dirty="0"/>
              <a:t>        print("---------------------------------------")</a:t>
            </a:r>
          </a:p>
          <a:p>
            <a:r>
              <a:rPr lang="en-US" sz="1400" dirty="0"/>
              <a:t>        print(recommendations)</a:t>
            </a:r>
          </a:p>
          <a:p>
            <a:endParaRPr lang="en-US" sz="1400" dirty="0"/>
          </a:p>
          <a:p>
            <a:r>
              <a:rPr lang="en-US" sz="1400" dirty="0"/>
              <a:t># Liên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hàm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kiện</a:t>
            </a:r>
            <a:r>
              <a:rPr lang="en-US" sz="1400" dirty="0"/>
              <a:t> click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nút</a:t>
            </a:r>
            <a:endParaRPr lang="en-US" sz="1400" dirty="0"/>
          </a:p>
          <a:p>
            <a:r>
              <a:rPr lang="en-US" sz="1400" dirty="0" err="1"/>
              <a:t>recommend_button.on_click</a:t>
            </a:r>
            <a:r>
              <a:rPr lang="en-US" sz="1400" dirty="0"/>
              <a:t>(</a:t>
            </a:r>
            <a:r>
              <a:rPr lang="en-US" sz="1400" dirty="0" err="1"/>
              <a:t>on_button_clicked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# Hiển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giao</a:t>
            </a:r>
            <a:r>
              <a:rPr lang="en-US" sz="1400" dirty="0"/>
              <a:t> </a:t>
            </a:r>
            <a:r>
              <a:rPr lang="en-US" sz="1400" dirty="0" err="1"/>
              <a:t>diện</a:t>
            </a:r>
            <a:endParaRPr lang="en-US" sz="1400" dirty="0"/>
          </a:p>
          <a:p>
            <a:r>
              <a:rPr lang="en-US" sz="1400" dirty="0"/>
              <a:t>display(</a:t>
            </a:r>
            <a:r>
              <a:rPr lang="en-US" sz="1400" dirty="0" err="1"/>
              <a:t>customer_dropdown</a:t>
            </a:r>
            <a:r>
              <a:rPr lang="en-US" sz="1400" dirty="0"/>
              <a:t>, </a:t>
            </a:r>
            <a:r>
              <a:rPr lang="en-US" sz="1400" dirty="0" err="1"/>
              <a:t>recommend_button</a:t>
            </a:r>
            <a:r>
              <a:rPr lang="en-US" sz="1400" dirty="0"/>
              <a:t>, </a:t>
            </a:r>
            <a:r>
              <a:rPr lang="en-US" sz="1400" dirty="0" err="1"/>
              <a:t>output_area</a:t>
            </a:r>
            <a:r>
              <a:rPr lang="en-US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897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F6A5-B305-3826-2B74-A2BAEE81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B3E3B9D-0CBF-7B5D-D46C-47BD7477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PHần</a:t>
            </a:r>
            <a:r>
              <a:rPr lang="en-US" dirty="0">
                <a:latin typeface="+mn-lt"/>
              </a:rPr>
              <a:t> 8: </a:t>
            </a:r>
            <a:r>
              <a:rPr lang="en-US" dirty="0" err="1">
                <a:latin typeface="+mn-lt"/>
              </a:rPr>
              <a:t>Đánh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giá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khuyến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nghị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F75F28B7-0AD9-150E-670A-46AB72E907C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A6D3DC-2D9C-A5F3-B560-D94A88C71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7362" y="1348297"/>
            <a:ext cx="11013620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Tại sao đánh giá hệ thống khuyến nghị lại khó?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Chiến lược đánh giá theo thời gian (Temporal Split).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Các chỉ số cho Top-N Khuyến nghị: Precision@k &amp; Recall@k.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Code: Đánh giá mô hình Lọc Cộng tác.</a:t>
            </a:r>
          </a:p>
        </p:txBody>
      </p:sp>
    </p:spTree>
    <p:extLst>
      <p:ext uri="{BB962C8B-B14F-4D97-AF65-F5344CB8AC3E}">
        <p14:creationId xmlns:p14="http://schemas.microsoft.com/office/powerpoint/2010/main" val="1437993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88BF-9880-A804-1ABB-9CA046AE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B4819F8-F222-C8B4-3338-E44646AF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Thử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của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việc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Đánh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giá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B47CE58F-6FEE-87EE-FB44-3457AA2DF900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AF38E2-17D4-61A0-B0C1-4E6CCCF84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092129"/>
            <a:ext cx="11110431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 hay R-squared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(ranked list)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ngẫu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cặp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rò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lai",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đúng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(Temporal Split):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phỏng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kịch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khứ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80%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dịch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cũ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khứ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20%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dịch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khứ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khớp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những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gì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lai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19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A254-FD89-B436-10B4-64C70226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121331F8-A8D0-A525-1D1C-3473EA24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Các </a:t>
            </a:r>
            <a:r>
              <a:rPr lang="en-US" dirty="0" err="1">
                <a:latin typeface="+mn-lt"/>
              </a:rPr>
              <a:t>chỉ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số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cho</a:t>
            </a:r>
            <a:r>
              <a:rPr lang="en-US" dirty="0">
                <a:latin typeface="+mn-lt"/>
              </a:rPr>
              <a:t> Top-N </a:t>
            </a:r>
            <a:r>
              <a:rPr lang="en-US" dirty="0" err="1">
                <a:latin typeface="+mn-lt"/>
              </a:rPr>
              <a:t>Khuyến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nghị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80C63FD-BF0B-24A3-EAF6-3FE990EFC4C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2B5210C-A7E1-E266-D18F-1B29F58D1F5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590551" y="833182"/>
                <a:ext cx="11110431" cy="596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Precision@k (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Độ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chuẩn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xác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tại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k):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Câu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hỏi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Trong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k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sản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phẩm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gợi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ý, có bao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nhiêu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sản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phẩm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phù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hợp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người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dùng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thực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sự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đã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mua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trong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tập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test)?</a:t>
                </a: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Công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thức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   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en-US" sz="2800" b="1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0" lang="en-US" altLang="en-US" sz="2800" b="1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𝑺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ố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ả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𝒑𝒉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ẩ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𝒎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ợ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𝒊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ý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đú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𝒏𝒈</m:t>
                            </m:r>
                          </m:e>
                        </m:d>
                      </m:num>
                      <m:den>
                        <m:r>
                          <a:rPr kumimoji="0" lang="en-US" altLang="en-US" sz="28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𝑲</m:t>
                        </m:r>
                      </m:den>
                    </m:f>
                  </m:oMath>
                </a14:m>
                <a:endParaRPr kumimoji="0" lang="en-US" altLang="en-US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Ý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nghĩa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Đo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lường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mức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độ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"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chất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lượng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"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sản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phẩm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trong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danh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sách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gợi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ý. Cao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hơn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có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nghĩa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gợi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ý có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liên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quan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hơn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Recall@k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Độ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phủ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tại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k):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Câu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hỏi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Trong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tất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cả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sản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phẩm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phù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hợp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trong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tập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test,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mô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hình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đã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gợi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ý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bao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nhiêu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Công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thức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   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en-US" sz="2800" b="1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0" lang="en-US" altLang="en-US" sz="2800" b="1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𝑺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ố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ả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𝒑𝒉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ẩ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𝒎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ợ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𝒊</m:t>
                            </m:r>
                            <m:r>
                              <a:rPr kumimoji="0" lang="en-US" altLang="en-US" sz="2800" b="1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ý 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đú</m:t>
                            </m:r>
                            <m:r>
                              <a:rPr kumimoji="0" lang="en-US" altLang="en-US" sz="2800" b="1" i="1" u="none" strike="noStrike" cap="none" normalizeH="0" baseline="0" dirty="0" err="1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𝒏𝒈</m:t>
                            </m:r>
                          </m:e>
                        </m:d>
                      </m:num>
                      <m:den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ổ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ố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ả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𝒑𝒉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ẩ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ườ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ù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𝒕𝒉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ự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ự đã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𝒎𝒖𝒂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𝒕𝒓𝒐𝒏𝒈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ậ</m:t>
                        </m:r>
                        <m:r>
                          <a:rPr lang="en-US" altLang="en-US" sz="28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𝒕𝒆𝒔𝒕</m:t>
                        </m:r>
                        <m:r>
                          <a:rPr lang="en-US" altLang="en-US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kumimoji="0" lang="en-US" altLang="en-US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B0500000000000000" pitchFamily="34" charset="0"/>
                  <a:ea typeface="Times" panose="020B0500000000000000" pitchFamily="34" charset="0"/>
                  <a:cs typeface="Times" panose="020B0500000000000000" pitchFamily="34" charset="0"/>
                </a:endParaRP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altLang="en-US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Ý </a:t>
                </a:r>
                <a:r>
                  <a:rPr kumimoji="0" lang="en-US" altLang="en-US" sz="2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nghĩa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Đo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lường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khả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năng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"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tìm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lại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"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tất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cả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sản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phẩm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mà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người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dùng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yêu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2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thích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2B5210C-A7E1-E266-D18F-1B29F58D1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590551" y="833182"/>
                <a:ext cx="11110431" cy="5965544"/>
              </a:xfrm>
              <a:prstGeom prst="rect">
                <a:avLst/>
              </a:prstGeom>
              <a:blipFill>
                <a:blip r:embed="rId2"/>
                <a:stretch>
                  <a:fillRect l="-768" t="-3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59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766B-E9D2-3BCA-5537-3D7F1CC3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123F59C6-54AA-E36D-56EE-3C73E513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Code - </a:t>
            </a:r>
            <a:r>
              <a:rPr lang="en-US" dirty="0" err="1">
                <a:latin typeface="+mn-lt"/>
              </a:rPr>
              <a:t>Đánh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giá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Mô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hình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Lọc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Cộng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tác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EFC9EC46-39F4-8DAB-49B6-BCE5326D3D25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0459C7-54C0-2BF3-BE89-3198E3FC5C9A}"/>
              </a:ext>
            </a:extLst>
          </p:cNvPr>
          <p:cNvSpPr txBox="1"/>
          <p:nvPr/>
        </p:nvSpPr>
        <p:spPr>
          <a:xfrm>
            <a:off x="784552" y="854866"/>
            <a:ext cx="11036754" cy="634019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100" dirty="0"/>
              <a:t># --- </a:t>
            </a:r>
            <a:r>
              <a:rPr lang="en-US" sz="1100" dirty="0" err="1"/>
              <a:t>Bước</a:t>
            </a:r>
            <a:r>
              <a:rPr lang="en-US" sz="1100" dirty="0"/>
              <a:t> 1: </a:t>
            </a:r>
            <a:r>
              <a:rPr lang="en-US" sz="1100" dirty="0" err="1"/>
              <a:t>Chuẩn</a:t>
            </a:r>
            <a:r>
              <a:rPr lang="en-US" sz="1100" dirty="0"/>
              <a:t> </a:t>
            </a:r>
            <a:r>
              <a:rPr lang="en-US" sz="1100" dirty="0" err="1"/>
              <a:t>bị</a:t>
            </a:r>
            <a:r>
              <a:rPr lang="en-US" sz="1100" dirty="0"/>
              <a:t> </a:t>
            </a:r>
            <a:r>
              <a:rPr lang="en-US" sz="1100" dirty="0" err="1"/>
              <a:t>dữ</a:t>
            </a:r>
            <a:r>
              <a:rPr lang="en-US" sz="1100" dirty="0"/>
              <a:t> </a:t>
            </a:r>
            <a:r>
              <a:rPr lang="en-US" sz="1100" dirty="0" err="1"/>
              <a:t>liệu</a:t>
            </a:r>
            <a:r>
              <a:rPr lang="en-US" sz="1100" dirty="0"/>
              <a:t> </a:t>
            </a:r>
            <a:r>
              <a:rPr lang="en-US" sz="1100" dirty="0" err="1"/>
              <a:t>để</a:t>
            </a:r>
            <a:r>
              <a:rPr lang="en-US" sz="1100" dirty="0"/>
              <a:t> chia </a:t>
            </a:r>
            <a:r>
              <a:rPr lang="en-US" sz="1100" dirty="0" err="1"/>
              <a:t>theo</a:t>
            </a:r>
            <a:r>
              <a:rPr lang="en-US" sz="1100" dirty="0"/>
              <a:t> </a:t>
            </a:r>
            <a:r>
              <a:rPr lang="en-US" sz="1100" dirty="0" err="1"/>
              <a:t>thời</a:t>
            </a:r>
            <a:r>
              <a:rPr lang="en-US" sz="1100" dirty="0"/>
              <a:t> </a:t>
            </a:r>
            <a:r>
              <a:rPr lang="en-US" sz="1100" dirty="0" err="1"/>
              <a:t>gian</a:t>
            </a:r>
            <a:r>
              <a:rPr lang="en-US" sz="1100" dirty="0"/>
              <a:t> ---</a:t>
            </a:r>
          </a:p>
          <a:p>
            <a:r>
              <a:rPr lang="en-US" sz="1100" dirty="0"/>
              <a:t># </a:t>
            </a:r>
            <a:r>
              <a:rPr lang="en-US" sz="1100" dirty="0" err="1"/>
              <a:t>Đảm</a:t>
            </a:r>
            <a:r>
              <a:rPr lang="en-US" sz="1100" dirty="0"/>
              <a:t> </a:t>
            </a:r>
            <a:r>
              <a:rPr lang="en-US" sz="1100" dirty="0" err="1"/>
              <a:t>bảo</a:t>
            </a:r>
            <a:r>
              <a:rPr lang="en-US" sz="1100" dirty="0"/>
              <a:t> </a:t>
            </a:r>
            <a:r>
              <a:rPr lang="en-US" sz="1100" dirty="0" err="1"/>
              <a:t>cột</a:t>
            </a:r>
            <a:r>
              <a:rPr lang="en-US" sz="1100" dirty="0"/>
              <a:t> </a:t>
            </a:r>
            <a:r>
              <a:rPr lang="en-US" sz="1100" dirty="0" err="1"/>
              <a:t>InvoiceDate</a:t>
            </a:r>
            <a:r>
              <a:rPr lang="en-US" sz="1100" dirty="0"/>
              <a:t> </a:t>
            </a:r>
            <a:r>
              <a:rPr lang="en-US" sz="1100" dirty="0" err="1"/>
              <a:t>là</a:t>
            </a:r>
            <a:r>
              <a:rPr lang="en-US" sz="1100" dirty="0"/>
              <a:t> </a:t>
            </a:r>
            <a:r>
              <a:rPr lang="en-US" sz="1100" dirty="0" err="1"/>
              <a:t>kiểu</a:t>
            </a:r>
            <a:r>
              <a:rPr lang="en-US" sz="1100" dirty="0"/>
              <a:t> datetime</a:t>
            </a:r>
          </a:p>
          <a:p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InvoiceDate</a:t>
            </a:r>
            <a:r>
              <a:rPr lang="en-US" sz="1100" dirty="0"/>
              <a:t>'] = </a:t>
            </a:r>
            <a:r>
              <a:rPr lang="en-US" sz="1100" dirty="0" err="1"/>
              <a:t>pd.to_datetime</a:t>
            </a:r>
            <a:r>
              <a:rPr lang="en-US" sz="1100" dirty="0"/>
              <a:t>(</a:t>
            </a: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InvoiceDate</a:t>
            </a:r>
            <a:r>
              <a:rPr lang="en-US" sz="1100" dirty="0"/>
              <a:t>'])</a:t>
            </a:r>
          </a:p>
          <a:p>
            <a:endParaRPr lang="en-US" sz="1100" dirty="0"/>
          </a:p>
          <a:p>
            <a:r>
              <a:rPr lang="en-US" sz="1100" dirty="0"/>
              <a:t># </a:t>
            </a:r>
            <a:r>
              <a:rPr lang="en-US" sz="1100" dirty="0" err="1"/>
              <a:t>Lọc</a:t>
            </a:r>
            <a:r>
              <a:rPr lang="en-US" sz="1100" dirty="0"/>
              <a:t> </a:t>
            </a:r>
            <a:r>
              <a:rPr lang="en-US" sz="1100" dirty="0" err="1"/>
              <a:t>ra</a:t>
            </a:r>
            <a:r>
              <a:rPr lang="en-US" sz="1100" dirty="0"/>
              <a:t> </a:t>
            </a:r>
            <a:r>
              <a:rPr lang="en-US" sz="1100" dirty="0" err="1"/>
              <a:t>những</a:t>
            </a:r>
            <a:r>
              <a:rPr lang="en-US" sz="1100" dirty="0"/>
              <a:t> </a:t>
            </a:r>
            <a:r>
              <a:rPr lang="en-US" sz="1100" dirty="0" err="1"/>
              <a:t>khách</a:t>
            </a:r>
            <a:r>
              <a:rPr lang="en-US" sz="1100" dirty="0"/>
              <a:t> </a:t>
            </a:r>
            <a:r>
              <a:rPr lang="en-US" sz="1100" dirty="0" err="1"/>
              <a:t>hàng</a:t>
            </a:r>
            <a:r>
              <a:rPr lang="en-US" sz="1100" dirty="0"/>
              <a:t> có </a:t>
            </a:r>
            <a:r>
              <a:rPr lang="en-US" sz="1100" dirty="0" err="1"/>
              <a:t>đủ</a:t>
            </a:r>
            <a:r>
              <a:rPr lang="en-US" sz="1100" dirty="0"/>
              <a:t> </a:t>
            </a:r>
            <a:r>
              <a:rPr lang="en-US" sz="1100" dirty="0" err="1"/>
              <a:t>giao</a:t>
            </a:r>
            <a:r>
              <a:rPr lang="en-US" sz="1100" dirty="0"/>
              <a:t> </a:t>
            </a:r>
            <a:r>
              <a:rPr lang="en-US" sz="1100" dirty="0" err="1"/>
              <a:t>dịch</a:t>
            </a:r>
            <a:r>
              <a:rPr lang="en-US" sz="1100" dirty="0"/>
              <a:t> </a:t>
            </a:r>
            <a:r>
              <a:rPr lang="en-US" sz="1100" dirty="0" err="1"/>
              <a:t>để</a:t>
            </a:r>
            <a:r>
              <a:rPr lang="en-US" sz="1100" dirty="0"/>
              <a:t> chia (</a:t>
            </a:r>
            <a:r>
              <a:rPr lang="en-US" sz="1100" dirty="0" err="1"/>
              <a:t>ví</a:t>
            </a:r>
            <a:r>
              <a:rPr lang="en-US" sz="1100" dirty="0"/>
              <a:t> </a:t>
            </a:r>
            <a:r>
              <a:rPr lang="en-US" sz="1100" dirty="0" err="1"/>
              <a:t>dụ</a:t>
            </a:r>
            <a:r>
              <a:rPr lang="en-US" sz="1100" dirty="0"/>
              <a:t>: &gt;= 20)</a:t>
            </a:r>
          </a:p>
          <a:p>
            <a:r>
              <a:rPr lang="en-US" sz="1100" dirty="0" err="1"/>
              <a:t>user_transaction_counts</a:t>
            </a:r>
            <a:r>
              <a:rPr lang="en-US" sz="1100" dirty="0"/>
              <a:t> = </a:t>
            </a: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CustomerID</a:t>
            </a:r>
            <a:r>
              <a:rPr lang="en-US" sz="1100" dirty="0"/>
              <a:t>'].</a:t>
            </a:r>
            <a:r>
              <a:rPr lang="en-US" sz="1100" dirty="0" err="1"/>
              <a:t>value_counts</a:t>
            </a:r>
            <a:r>
              <a:rPr lang="en-US" sz="1100" dirty="0"/>
              <a:t>()</a:t>
            </a:r>
          </a:p>
          <a:p>
            <a:r>
              <a:rPr lang="en-US" sz="1100" dirty="0" err="1"/>
              <a:t>active_users</a:t>
            </a:r>
            <a:r>
              <a:rPr lang="en-US" sz="1100" dirty="0"/>
              <a:t> = </a:t>
            </a:r>
            <a:r>
              <a:rPr lang="en-US" sz="1100" dirty="0" err="1"/>
              <a:t>user_transaction_counts</a:t>
            </a:r>
            <a:r>
              <a:rPr lang="en-US" sz="1100" dirty="0"/>
              <a:t>[</a:t>
            </a:r>
            <a:r>
              <a:rPr lang="en-US" sz="1100" dirty="0" err="1"/>
              <a:t>user_transaction_counts</a:t>
            </a:r>
            <a:r>
              <a:rPr lang="en-US" sz="1100" dirty="0"/>
              <a:t> &gt;= 20].index</a:t>
            </a:r>
          </a:p>
          <a:p>
            <a:r>
              <a:rPr lang="en-US" sz="1100" dirty="0" err="1"/>
              <a:t>df_active</a:t>
            </a:r>
            <a:r>
              <a:rPr lang="en-US" sz="1100" dirty="0"/>
              <a:t> = </a:t>
            </a:r>
            <a:r>
              <a:rPr lang="en-US" sz="1100" dirty="0" err="1"/>
              <a:t>df</a:t>
            </a:r>
            <a:r>
              <a:rPr lang="en-US" sz="1100" dirty="0"/>
              <a:t>[</a:t>
            </a: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CustomerID</a:t>
            </a:r>
            <a:r>
              <a:rPr lang="en-US" sz="1100" dirty="0"/>
              <a:t>'].</a:t>
            </a:r>
            <a:r>
              <a:rPr lang="en-US" sz="1100" dirty="0" err="1"/>
              <a:t>isin</a:t>
            </a:r>
            <a:r>
              <a:rPr lang="en-US" sz="1100" dirty="0"/>
              <a:t>(</a:t>
            </a:r>
            <a:r>
              <a:rPr lang="en-US" sz="1100" dirty="0" err="1"/>
              <a:t>active_users</a:t>
            </a:r>
            <a:r>
              <a:rPr lang="en-US" sz="1100" dirty="0"/>
              <a:t>)]</a:t>
            </a:r>
          </a:p>
          <a:p>
            <a:endParaRPr lang="en-US" sz="1100" dirty="0"/>
          </a:p>
          <a:p>
            <a:r>
              <a:rPr lang="en-US" sz="1100" dirty="0"/>
              <a:t># --- </a:t>
            </a:r>
            <a:r>
              <a:rPr lang="en-US" sz="1100" dirty="0" err="1"/>
              <a:t>Bước</a:t>
            </a:r>
            <a:r>
              <a:rPr lang="en-US" sz="1100" dirty="0"/>
              <a:t> 2: Chia </a:t>
            </a:r>
            <a:r>
              <a:rPr lang="en-US" sz="1100" dirty="0" err="1"/>
              <a:t>dữ</a:t>
            </a:r>
            <a:r>
              <a:rPr lang="en-US" sz="1100" dirty="0"/>
              <a:t> </a:t>
            </a:r>
            <a:r>
              <a:rPr lang="en-US" sz="1100" dirty="0" err="1"/>
              <a:t>liệu</a:t>
            </a:r>
            <a:r>
              <a:rPr lang="en-US" sz="1100" dirty="0"/>
              <a:t> Train-Test </a:t>
            </a:r>
            <a:r>
              <a:rPr lang="en-US" sz="1100" dirty="0" err="1"/>
              <a:t>cho</a:t>
            </a:r>
            <a:r>
              <a:rPr lang="en-US" sz="1100" dirty="0"/>
              <a:t> </a:t>
            </a:r>
            <a:r>
              <a:rPr lang="en-US" sz="1100" dirty="0" err="1"/>
              <a:t>từng</a:t>
            </a:r>
            <a:r>
              <a:rPr lang="en-US" sz="1100" dirty="0"/>
              <a:t> </a:t>
            </a:r>
            <a:r>
              <a:rPr lang="en-US" sz="1100" dirty="0" err="1"/>
              <a:t>người</a:t>
            </a:r>
            <a:r>
              <a:rPr lang="en-US" sz="1100" dirty="0"/>
              <a:t> </a:t>
            </a:r>
            <a:r>
              <a:rPr lang="en-US" sz="1100" dirty="0" err="1"/>
              <a:t>dùng</a:t>
            </a:r>
            <a:r>
              <a:rPr lang="en-US" sz="1100" dirty="0"/>
              <a:t> ---</a:t>
            </a:r>
          </a:p>
          <a:p>
            <a:r>
              <a:rPr lang="en-US" sz="1100" dirty="0" err="1"/>
              <a:t>train_data</a:t>
            </a:r>
            <a:r>
              <a:rPr lang="en-US" sz="1100" dirty="0"/>
              <a:t> = []</a:t>
            </a:r>
          </a:p>
          <a:p>
            <a:r>
              <a:rPr lang="en-US" sz="1100" dirty="0" err="1"/>
              <a:t>test_data</a:t>
            </a:r>
            <a:r>
              <a:rPr lang="en-US" sz="1100" dirty="0"/>
              <a:t> = []</a:t>
            </a:r>
          </a:p>
          <a:p>
            <a:endParaRPr lang="en-US" sz="1100" dirty="0"/>
          </a:p>
          <a:p>
            <a:r>
              <a:rPr lang="en-US" sz="1100" dirty="0"/>
              <a:t>def </a:t>
            </a:r>
            <a:r>
              <a:rPr lang="en-US" sz="1100" dirty="0" err="1"/>
              <a:t>split_user_data</a:t>
            </a:r>
            <a:r>
              <a:rPr lang="en-US" sz="1100" dirty="0"/>
              <a:t>(</a:t>
            </a:r>
            <a:r>
              <a:rPr lang="en-US" sz="1100" dirty="0" err="1"/>
              <a:t>user_df</a:t>
            </a:r>
            <a:r>
              <a:rPr lang="en-US" sz="1100" dirty="0"/>
              <a:t>):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user_df</a:t>
            </a:r>
            <a:r>
              <a:rPr lang="en-US" sz="1100" dirty="0"/>
              <a:t> = </a:t>
            </a:r>
            <a:r>
              <a:rPr lang="en-US" sz="1100" dirty="0" err="1"/>
              <a:t>user_df.sort_values</a:t>
            </a:r>
            <a:r>
              <a:rPr lang="en-US" sz="1100" dirty="0"/>
              <a:t>('</a:t>
            </a:r>
            <a:r>
              <a:rPr lang="en-US" sz="1100" dirty="0" err="1"/>
              <a:t>InvoiceDate</a:t>
            </a:r>
            <a:r>
              <a:rPr lang="en-US" sz="1100" dirty="0"/>
              <a:t>')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split_idx</a:t>
            </a:r>
            <a:r>
              <a:rPr lang="en-US" sz="1100" dirty="0"/>
              <a:t> = int(</a:t>
            </a:r>
            <a:r>
              <a:rPr lang="en-US" sz="1100" dirty="0" err="1"/>
              <a:t>len</a:t>
            </a:r>
            <a:r>
              <a:rPr lang="en-US" sz="1100" dirty="0"/>
              <a:t>(</a:t>
            </a:r>
            <a:r>
              <a:rPr lang="en-US" sz="1100" dirty="0" err="1"/>
              <a:t>user_df</a:t>
            </a:r>
            <a:r>
              <a:rPr lang="en-US" sz="1100" dirty="0"/>
              <a:t>) * 0.8)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train_data.append</a:t>
            </a:r>
            <a:r>
              <a:rPr lang="en-US" sz="1100" dirty="0"/>
              <a:t>(</a:t>
            </a:r>
            <a:r>
              <a:rPr lang="en-US" sz="1100" dirty="0" err="1"/>
              <a:t>user_df.iloc</a:t>
            </a:r>
            <a:r>
              <a:rPr lang="en-US" sz="1100" dirty="0"/>
              <a:t>[:</a:t>
            </a:r>
            <a:r>
              <a:rPr lang="en-US" sz="1100" dirty="0" err="1"/>
              <a:t>split_idx</a:t>
            </a:r>
            <a:r>
              <a:rPr lang="en-US" sz="1100" dirty="0"/>
              <a:t>])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test_data.append</a:t>
            </a:r>
            <a:r>
              <a:rPr lang="en-US" sz="1100" dirty="0"/>
              <a:t>(</a:t>
            </a:r>
            <a:r>
              <a:rPr lang="en-US" sz="1100" dirty="0" err="1"/>
              <a:t>user_df.iloc</a:t>
            </a:r>
            <a:r>
              <a:rPr lang="en-US" sz="1100" dirty="0"/>
              <a:t>[</a:t>
            </a:r>
            <a:r>
              <a:rPr lang="en-US" sz="1100" dirty="0" err="1"/>
              <a:t>split_idx</a:t>
            </a:r>
            <a:r>
              <a:rPr lang="en-US" sz="1100" dirty="0"/>
              <a:t>:])</a:t>
            </a:r>
          </a:p>
          <a:p>
            <a:endParaRPr lang="en-US" sz="1100" dirty="0"/>
          </a:p>
          <a:p>
            <a:r>
              <a:rPr lang="en-US" sz="1100" dirty="0" err="1"/>
              <a:t>df_active.groupby</a:t>
            </a:r>
            <a:r>
              <a:rPr lang="en-US" sz="1100" dirty="0"/>
              <a:t>('</a:t>
            </a:r>
            <a:r>
              <a:rPr lang="en-US" sz="1100" dirty="0" err="1"/>
              <a:t>CustomerID</a:t>
            </a:r>
            <a:r>
              <a:rPr lang="en-US" sz="1100" dirty="0"/>
              <a:t>').apply(</a:t>
            </a:r>
            <a:r>
              <a:rPr lang="en-US" sz="1100" dirty="0" err="1"/>
              <a:t>split_user_data</a:t>
            </a:r>
            <a:r>
              <a:rPr lang="en-US" sz="1100" dirty="0"/>
              <a:t>)</a:t>
            </a:r>
          </a:p>
          <a:p>
            <a:endParaRPr lang="en-US" sz="1100" dirty="0"/>
          </a:p>
          <a:p>
            <a:r>
              <a:rPr lang="en-US" sz="1100" dirty="0" err="1"/>
              <a:t>train_df</a:t>
            </a:r>
            <a:r>
              <a:rPr lang="en-US" sz="1100" dirty="0"/>
              <a:t> = </a:t>
            </a:r>
            <a:r>
              <a:rPr lang="en-US" sz="1100" dirty="0" err="1"/>
              <a:t>pd.concat</a:t>
            </a:r>
            <a:r>
              <a:rPr lang="en-US" sz="1100" dirty="0"/>
              <a:t>(</a:t>
            </a:r>
            <a:r>
              <a:rPr lang="en-US" sz="1100" dirty="0" err="1"/>
              <a:t>train_data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test_df</a:t>
            </a:r>
            <a:r>
              <a:rPr lang="en-US" sz="1100" dirty="0"/>
              <a:t> = </a:t>
            </a:r>
            <a:r>
              <a:rPr lang="en-US" sz="1100" dirty="0" err="1"/>
              <a:t>pd.concat</a:t>
            </a:r>
            <a:r>
              <a:rPr lang="en-US" sz="1100" dirty="0"/>
              <a:t>(</a:t>
            </a:r>
            <a:r>
              <a:rPr lang="en-US" sz="1100" dirty="0" err="1"/>
              <a:t>test_data</a:t>
            </a:r>
            <a:r>
              <a:rPr lang="en-US" sz="1100" dirty="0"/>
              <a:t>)</a:t>
            </a:r>
          </a:p>
          <a:p>
            <a:endParaRPr lang="en-US" sz="1100" dirty="0"/>
          </a:p>
          <a:p>
            <a:r>
              <a:rPr lang="en-US" sz="1100" dirty="0"/>
              <a:t># --- </a:t>
            </a:r>
            <a:r>
              <a:rPr lang="en-US" sz="1100" dirty="0" err="1"/>
              <a:t>Bước</a:t>
            </a:r>
            <a:r>
              <a:rPr lang="en-US" sz="1100" dirty="0"/>
              <a:t> 3: </a:t>
            </a:r>
            <a:r>
              <a:rPr lang="en-US" sz="1100" dirty="0" err="1"/>
              <a:t>Huấn</a:t>
            </a:r>
            <a:r>
              <a:rPr lang="en-US" sz="1100" dirty="0"/>
              <a:t> </a:t>
            </a:r>
            <a:r>
              <a:rPr lang="en-US" sz="1100" dirty="0" err="1"/>
              <a:t>luyện</a:t>
            </a:r>
            <a:r>
              <a:rPr lang="en-US" sz="1100" dirty="0"/>
              <a:t> </a:t>
            </a:r>
            <a:r>
              <a:rPr lang="en-US" sz="1100" dirty="0" err="1"/>
              <a:t>mô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trên</a:t>
            </a:r>
            <a:r>
              <a:rPr lang="en-US" sz="1100" dirty="0"/>
              <a:t> </a:t>
            </a:r>
            <a:r>
              <a:rPr lang="en-US" sz="1100" dirty="0" err="1"/>
              <a:t>tập</a:t>
            </a:r>
            <a:r>
              <a:rPr lang="en-US" sz="1100" dirty="0"/>
              <a:t> Train ---</a:t>
            </a:r>
          </a:p>
          <a:p>
            <a:r>
              <a:rPr lang="en-US" sz="1100" dirty="0"/>
              <a:t># </a:t>
            </a:r>
            <a:r>
              <a:rPr lang="en-US" sz="1100" dirty="0" err="1"/>
              <a:t>Tạo</a:t>
            </a:r>
            <a:r>
              <a:rPr lang="en-US" sz="1100" dirty="0"/>
              <a:t> ma </a:t>
            </a:r>
            <a:r>
              <a:rPr lang="en-US" sz="1100" dirty="0" err="1"/>
              <a:t>trận</a:t>
            </a:r>
            <a:r>
              <a:rPr lang="en-US" sz="1100" dirty="0"/>
              <a:t> train </a:t>
            </a:r>
            <a:r>
              <a:rPr lang="en-US" sz="1100" dirty="0" err="1"/>
              <a:t>để</a:t>
            </a:r>
            <a:r>
              <a:rPr lang="en-US" sz="1100" dirty="0"/>
              <a:t> </a:t>
            </a:r>
            <a:r>
              <a:rPr lang="en-US" sz="1100" dirty="0" err="1"/>
              <a:t>huấn</a:t>
            </a:r>
            <a:r>
              <a:rPr lang="en-US" sz="1100" dirty="0"/>
              <a:t> </a:t>
            </a:r>
            <a:r>
              <a:rPr lang="en-US" sz="1100" dirty="0" err="1"/>
              <a:t>luyện</a:t>
            </a:r>
            <a:endParaRPr lang="en-US" sz="1100" dirty="0"/>
          </a:p>
          <a:p>
            <a:r>
              <a:rPr lang="en-US" sz="1100" dirty="0" err="1"/>
              <a:t>train_user_item_matrix</a:t>
            </a:r>
            <a:r>
              <a:rPr lang="en-US" sz="1100" dirty="0"/>
              <a:t> = </a:t>
            </a:r>
            <a:r>
              <a:rPr lang="en-US" sz="1100" dirty="0" err="1"/>
              <a:t>train_df.pivot_table</a:t>
            </a:r>
            <a:r>
              <a:rPr lang="en-US" sz="1100" dirty="0"/>
              <a:t>(index='</a:t>
            </a:r>
            <a:r>
              <a:rPr lang="en-US" sz="1100" dirty="0" err="1"/>
              <a:t>CustomerID</a:t>
            </a:r>
            <a:r>
              <a:rPr lang="en-US" sz="1100" dirty="0"/>
              <a:t>', columns='</a:t>
            </a:r>
            <a:r>
              <a:rPr lang="en-US" sz="1100" dirty="0" err="1"/>
              <a:t>StockCode</a:t>
            </a:r>
            <a:r>
              <a:rPr lang="en-US" sz="1100" dirty="0"/>
              <a:t>', values='</a:t>
            </a:r>
            <a:r>
              <a:rPr lang="en-US" sz="1100" dirty="0" err="1"/>
              <a:t>InvoiceNo</a:t>
            </a:r>
            <a:r>
              <a:rPr lang="en-US" sz="1100" dirty="0"/>
              <a:t>', </a:t>
            </a:r>
            <a:r>
              <a:rPr lang="en-US" sz="1100" dirty="0" err="1"/>
              <a:t>aggfunc</a:t>
            </a:r>
            <a:r>
              <a:rPr lang="en-US" sz="1100" dirty="0"/>
              <a:t>='</a:t>
            </a:r>
            <a:r>
              <a:rPr lang="en-US" sz="1100" dirty="0" err="1"/>
              <a:t>nunique</a:t>
            </a:r>
            <a:r>
              <a:rPr lang="en-US" sz="1100" dirty="0"/>
              <a:t>', </a:t>
            </a:r>
            <a:r>
              <a:rPr lang="en-US" sz="1100" dirty="0" err="1"/>
              <a:t>fill_value</a:t>
            </a:r>
            <a:r>
              <a:rPr lang="en-US" sz="1100" dirty="0"/>
              <a:t>=0)</a:t>
            </a:r>
          </a:p>
          <a:p>
            <a:endParaRPr lang="en-US" sz="1100" dirty="0"/>
          </a:p>
          <a:p>
            <a:r>
              <a:rPr lang="en-US" sz="1100" dirty="0"/>
              <a:t># </a:t>
            </a:r>
            <a:r>
              <a:rPr lang="en-US" sz="1100" dirty="0" err="1"/>
              <a:t>Huấn</a:t>
            </a:r>
            <a:r>
              <a:rPr lang="en-US" sz="1100" dirty="0"/>
              <a:t> </a:t>
            </a:r>
            <a:r>
              <a:rPr lang="en-US" sz="1100" dirty="0" err="1"/>
              <a:t>luyện</a:t>
            </a:r>
            <a:r>
              <a:rPr lang="en-US" sz="1100" dirty="0"/>
              <a:t> SVD</a:t>
            </a:r>
          </a:p>
          <a:p>
            <a:r>
              <a:rPr lang="en-US" sz="1100" dirty="0" err="1"/>
              <a:t>svd_eval</a:t>
            </a:r>
            <a:r>
              <a:rPr lang="en-US" sz="1100" dirty="0"/>
              <a:t> = </a:t>
            </a:r>
            <a:r>
              <a:rPr lang="en-US" sz="1100" dirty="0" err="1"/>
              <a:t>TruncatedSVD</a:t>
            </a:r>
            <a:r>
              <a:rPr lang="en-US" sz="1100" dirty="0"/>
              <a:t>(</a:t>
            </a:r>
            <a:r>
              <a:rPr lang="en-US" sz="1100" dirty="0" err="1"/>
              <a:t>n_components</a:t>
            </a:r>
            <a:r>
              <a:rPr lang="en-US" sz="1100" dirty="0"/>
              <a:t>=50, </a:t>
            </a:r>
            <a:r>
              <a:rPr lang="en-US" sz="1100" dirty="0" err="1"/>
              <a:t>random_state</a:t>
            </a:r>
            <a:r>
              <a:rPr lang="en-US" sz="1100" dirty="0"/>
              <a:t>=42)</a:t>
            </a:r>
          </a:p>
          <a:p>
            <a:r>
              <a:rPr lang="en-US" sz="1100" dirty="0" err="1"/>
              <a:t>train_matrix_decomposed</a:t>
            </a:r>
            <a:r>
              <a:rPr lang="en-US" sz="1100" dirty="0"/>
              <a:t> = </a:t>
            </a:r>
            <a:r>
              <a:rPr lang="en-US" sz="1100" dirty="0" err="1"/>
              <a:t>svd_eval.fit_transform</a:t>
            </a:r>
            <a:r>
              <a:rPr lang="en-US" sz="1100" dirty="0"/>
              <a:t>(</a:t>
            </a:r>
            <a:r>
              <a:rPr lang="en-US" sz="1100" dirty="0" err="1"/>
              <a:t>train_user_item_matrix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train_matrix_reconstructed</a:t>
            </a:r>
            <a:r>
              <a:rPr lang="en-US" sz="1100" dirty="0"/>
              <a:t> = </a:t>
            </a:r>
            <a:r>
              <a:rPr lang="en-US" sz="1100" dirty="0" err="1"/>
              <a:t>svd_eval.inverse_transform</a:t>
            </a:r>
            <a:r>
              <a:rPr lang="en-US" sz="1100" dirty="0"/>
              <a:t>(</a:t>
            </a:r>
            <a:r>
              <a:rPr lang="en-US" sz="1100" dirty="0" err="1"/>
              <a:t>train_matrix_decomposed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df_reconstructed_eval</a:t>
            </a:r>
            <a:r>
              <a:rPr lang="en-US" sz="1100" dirty="0"/>
              <a:t> = </a:t>
            </a:r>
            <a:r>
              <a:rPr lang="en-US" sz="1100" dirty="0" err="1"/>
              <a:t>pd.DataFrame</a:t>
            </a:r>
            <a:r>
              <a:rPr lang="en-US" sz="1100" dirty="0"/>
              <a:t>(</a:t>
            </a:r>
            <a:r>
              <a:rPr lang="en-US" sz="1100" dirty="0" err="1"/>
              <a:t>train_matrix_reconstructed</a:t>
            </a:r>
            <a:r>
              <a:rPr lang="en-US" sz="1100" dirty="0"/>
              <a:t>, index=</a:t>
            </a:r>
            <a:r>
              <a:rPr lang="en-US" sz="1100" dirty="0" err="1"/>
              <a:t>train_user_item_matrix.index</a:t>
            </a:r>
            <a:r>
              <a:rPr lang="en-US" sz="1100" dirty="0"/>
              <a:t>, columns=</a:t>
            </a:r>
            <a:r>
              <a:rPr lang="en-US" sz="1100" dirty="0" err="1"/>
              <a:t>train_user_item_matrix.columns</a:t>
            </a:r>
            <a:r>
              <a:rPr lang="en-US" sz="1100" dirty="0"/>
              <a:t>)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# --- </a:t>
            </a:r>
            <a:r>
              <a:rPr lang="en-US" sz="1100" dirty="0" err="1"/>
              <a:t>Bước</a:t>
            </a:r>
            <a:r>
              <a:rPr lang="en-US" sz="1100" dirty="0"/>
              <a:t> 4: </a:t>
            </a:r>
            <a:r>
              <a:rPr lang="en-US" sz="1100" dirty="0" err="1"/>
              <a:t>Thực</a:t>
            </a:r>
            <a:r>
              <a:rPr lang="en-US" sz="1100" dirty="0"/>
              <a:t> </a:t>
            </a:r>
            <a:r>
              <a:rPr lang="en-US" sz="1100" dirty="0" err="1"/>
              <a:t>hiện</a:t>
            </a:r>
            <a:r>
              <a:rPr lang="en-US" sz="1100" dirty="0"/>
              <a:t> </a:t>
            </a:r>
            <a:r>
              <a:rPr lang="en-US" sz="1100" dirty="0" err="1"/>
              <a:t>đánh</a:t>
            </a:r>
            <a:r>
              <a:rPr lang="en-US" sz="1100" dirty="0"/>
              <a:t> </a:t>
            </a:r>
            <a:r>
              <a:rPr lang="en-US" sz="1100" dirty="0" err="1"/>
              <a:t>giá</a:t>
            </a:r>
            <a:r>
              <a:rPr lang="en-US" sz="1100" dirty="0"/>
              <a:t> ---</a:t>
            </a:r>
          </a:p>
          <a:p>
            <a:r>
              <a:rPr lang="en-US" sz="1100" dirty="0"/>
              <a:t># </a:t>
            </a:r>
            <a:r>
              <a:rPr lang="en-US" sz="1100" dirty="0" err="1"/>
              <a:t>Tạo</a:t>
            </a:r>
            <a:r>
              <a:rPr lang="en-US" sz="1100" dirty="0"/>
              <a:t> </a:t>
            </a:r>
            <a:r>
              <a:rPr lang="en-US" sz="1100" dirty="0" err="1"/>
              <a:t>dict</a:t>
            </a:r>
            <a:r>
              <a:rPr lang="en-US" sz="1100" dirty="0"/>
              <a:t> </a:t>
            </a:r>
            <a:r>
              <a:rPr lang="en-US" sz="1100" dirty="0" err="1"/>
              <a:t>chứa</a:t>
            </a:r>
            <a:r>
              <a:rPr lang="en-US" sz="1100" dirty="0"/>
              <a:t> </a:t>
            </a:r>
            <a:r>
              <a:rPr lang="en-US" sz="1100" dirty="0" err="1"/>
              <a:t>các</a:t>
            </a:r>
            <a:r>
              <a:rPr lang="en-US" sz="1100" dirty="0"/>
              <a:t> </a:t>
            </a:r>
            <a:r>
              <a:rPr lang="en-US" sz="1100" dirty="0" err="1"/>
              <a:t>sản</a:t>
            </a:r>
            <a:r>
              <a:rPr lang="en-US" sz="1100" dirty="0"/>
              <a:t> </a:t>
            </a:r>
            <a:r>
              <a:rPr lang="en-US" sz="1100" dirty="0" err="1"/>
              <a:t>phẩm</a:t>
            </a:r>
            <a:r>
              <a:rPr lang="en-US" sz="1100" dirty="0"/>
              <a:t> </a:t>
            </a:r>
            <a:r>
              <a:rPr lang="en-US" sz="1100" dirty="0" err="1"/>
              <a:t>thực</a:t>
            </a:r>
            <a:r>
              <a:rPr lang="en-US" sz="1100" dirty="0"/>
              <a:t> </a:t>
            </a:r>
            <a:r>
              <a:rPr lang="en-US" sz="1100" dirty="0" err="1"/>
              <a:t>tế</a:t>
            </a:r>
            <a:r>
              <a:rPr lang="en-US" sz="1100" dirty="0"/>
              <a:t> </a:t>
            </a:r>
            <a:r>
              <a:rPr lang="en-US" sz="1100" dirty="0" err="1"/>
              <a:t>trong</a:t>
            </a:r>
            <a:r>
              <a:rPr lang="en-US" sz="1100" dirty="0"/>
              <a:t> </a:t>
            </a:r>
            <a:r>
              <a:rPr lang="en-US" sz="1100" dirty="0" err="1"/>
              <a:t>tập</a:t>
            </a:r>
            <a:r>
              <a:rPr lang="en-US" sz="1100" dirty="0"/>
              <a:t> test</a:t>
            </a:r>
          </a:p>
          <a:p>
            <a:r>
              <a:rPr lang="en-US" sz="1100" dirty="0" err="1"/>
              <a:t>test_user_items</a:t>
            </a:r>
            <a:r>
              <a:rPr lang="en-US" sz="1100" dirty="0"/>
              <a:t> = </a:t>
            </a:r>
            <a:r>
              <a:rPr lang="en-US" sz="1100" dirty="0" err="1"/>
              <a:t>test_df.groupby</a:t>
            </a:r>
            <a:r>
              <a:rPr lang="en-US" sz="1100" dirty="0"/>
              <a:t>('</a:t>
            </a:r>
            <a:r>
              <a:rPr lang="en-US" sz="1100" dirty="0" err="1"/>
              <a:t>CustomerID</a:t>
            </a:r>
            <a:r>
              <a:rPr lang="en-US" sz="1100" dirty="0"/>
              <a:t>')['</a:t>
            </a:r>
            <a:r>
              <a:rPr lang="en-US" sz="1100" dirty="0" err="1"/>
              <a:t>StockCode</a:t>
            </a:r>
            <a:r>
              <a:rPr lang="en-US" sz="1100" dirty="0"/>
              <a:t>'].unique().apply(list).</a:t>
            </a:r>
            <a:r>
              <a:rPr lang="en-US" sz="1100" dirty="0" err="1"/>
              <a:t>to_dict</a:t>
            </a:r>
            <a:r>
              <a:rPr lang="en-US" sz="1100" dirty="0"/>
              <a:t>()</a:t>
            </a:r>
          </a:p>
          <a:p>
            <a:endParaRPr lang="en-US" sz="1100" dirty="0"/>
          </a:p>
          <a:p>
            <a:r>
              <a:rPr lang="en-US" sz="1100" dirty="0"/>
              <a:t># </a:t>
            </a:r>
            <a:r>
              <a:rPr lang="en-US" sz="1100" dirty="0" err="1"/>
              <a:t>Tính</a:t>
            </a:r>
            <a:r>
              <a:rPr lang="en-US" sz="1100" dirty="0"/>
              <a:t> Precision@10 </a:t>
            </a:r>
            <a:r>
              <a:rPr lang="en-US" sz="1100" dirty="0" err="1"/>
              <a:t>và</a:t>
            </a:r>
            <a:r>
              <a:rPr lang="en-US" sz="1100" dirty="0"/>
              <a:t> Recall@10</a:t>
            </a:r>
          </a:p>
          <a:p>
            <a:r>
              <a:rPr lang="en-US" sz="1100" dirty="0"/>
              <a:t>precisions = []</a:t>
            </a:r>
          </a:p>
          <a:p>
            <a:r>
              <a:rPr lang="en-US" sz="1100" dirty="0"/>
              <a:t>recalls = []</a:t>
            </a:r>
          </a:p>
          <a:p>
            <a:r>
              <a:rPr lang="en-US" sz="1100" dirty="0"/>
              <a:t>k = 10</a:t>
            </a:r>
          </a:p>
          <a:p>
            <a:endParaRPr lang="en-US" sz="1100" dirty="0"/>
          </a:p>
          <a:p>
            <a:r>
              <a:rPr lang="en-US" sz="1100" dirty="0"/>
              <a:t>for </a:t>
            </a:r>
            <a:r>
              <a:rPr lang="en-US" sz="1100" dirty="0" err="1"/>
              <a:t>user_id</a:t>
            </a:r>
            <a:r>
              <a:rPr lang="en-US" sz="1100" dirty="0"/>
              <a:t>, </a:t>
            </a:r>
            <a:r>
              <a:rPr lang="en-US" sz="1100" dirty="0" err="1"/>
              <a:t>true_items</a:t>
            </a:r>
            <a:r>
              <a:rPr lang="en-US" sz="1100" dirty="0"/>
              <a:t> in </a:t>
            </a:r>
            <a:r>
              <a:rPr lang="en-US" sz="1100" dirty="0" err="1"/>
              <a:t>test_user_items.items</a:t>
            </a:r>
            <a:r>
              <a:rPr lang="en-US" sz="1100" dirty="0"/>
              <a:t>():</a:t>
            </a:r>
          </a:p>
          <a:p>
            <a:r>
              <a:rPr lang="en-US" sz="1100" dirty="0"/>
              <a:t>    if </a:t>
            </a:r>
            <a:r>
              <a:rPr lang="en-US" sz="1100" dirty="0" err="1"/>
              <a:t>user_id</a:t>
            </a:r>
            <a:r>
              <a:rPr lang="en-US" sz="1100" dirty="0"/>
              <a:t> in </a:t>
            </a:r>
            <a:r>
              <a:rPr lang="en-US" sz="1100" dirty="0" err="1"/>
              <a:t>df_reconstructed_eval.index</a:t>
            </a:r>
            <a:r>
              <a:rPr lang="en-US" sz="1100" dirty="0"/>
              <a:t>:</a:t>
            </a:r>
          </a:p>
          <a:p>
            <a:r>
              <a:rPr lang="en-US" sz="1100" dirty="0"/>
              <a:t>        recommendations = </a:t>
            </a:r>
            <a:r>
              <a:rPr lang="en-US" sz="1100" dirty="0" err="1"/>
              <a:t>get_sklearn_recommendations</a:t>
            </a:r>
            <a:r>
              <a:rPr lang="en-US" sz="1100" dirty="0"/>
              <a:t>(</a:t>
            </a:r>
            <a:r>
              <a:rPr lang="en-US" sz="1100" dirty="0" err="1"/>
              <a:t>user_id</a:t>
            </a:r>
            <a:r>
              <a:rPr lang="en-US" sz="1100" dirty="0"/>
              <a:t>, </a:t>
            </a:r>
            <a:r>
              <a:rPr lang="en-US" sz="1100" dirty="0" err="1"/>
              <a:t>df_reconstructed_eval</a:t>
            </a:r>
            <a:r>
              <a:rPr lang="en-US" sz="1100" dirty="0"/>
              <a:t>, </a:t>
            </a:r>
            <a:r>
              <a:rPr lang="en-US" sz="1100" dirty="0" err="1"/>
              <a:t>train_user_item_matrix</a:t>
            </a:r>
            <a:r>
              <a:rPr lang="en-US" sz="1100" dirty="0"/>
              <a:t>, k)</a:t>
            </a:r>
          </a:p>
          <a:p>
            <a:r>
              <a:rPr lang="en-US" sz="1100" dirty="0"/>
              <a:t>        hits = </a:t>
            </a:r>
            <a:r>
              <a:rPr lang="en-US" sz="1100" dirty="0" err="1"/>
              <a:t>len</a:t>
            </a:r>
            <a:r>
              <a:rPr lang="en-US" sz="1100" dirty="0"/>
              <a:t>(set(</a:t>
            </a:r>
            <a:r>
              <a:rPr lang="en-US" sz="1100" dirty="0" err="1"/>
              <a:t>recommendations.index</a:t>
            </a:r>
            <a:r>
              <a:rPr lang="en-US" sz="1100" dirty="0"/>
              <a:t>) &amp; set(</a:t>
            </a:r>
            <a:r>
              <a:rPr lang="en-US" sz="1100" dirty="0" err="1"/>
              <a:t>true_items</a:t>
            </a:r>
            <a:r>
              <a:rPr lang="en-US" sz="1100" dirty="0"/>
              <a:t>))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p_at_k</a:t>
            </a:r>
            <a:r>
              <a:rPr lang="en-US" sz="1100" dirty="0"/>
              <a:t> = hits / k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r_at_k</a:t>
            </a:r>
            <a:r>
              <a:rPr lang="en-US" sz="1100" dirty="0"/>
              <a:t> = hits / </a:t>
            </a:r>
            <a:r>
              <a:rPr lang="en-US" sz="1100" dirty="0" err="1"/>
              <a:t>len</a:t>
            </a:r>
            <a:r>
              <a:rPr lang="en-US" sz="1100" dirty="0"/>
              <a:t>(</a:t>
            </a:r>
            <a:r>
              <a:rPr lang="en-US" sz="1100" dirty="0" err="1"/>
              <a:t>true_items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precisions.append</a:t>
            </a:r>
            <a:r>
              <a:rPr lang="en-US" sz="1100" dirty="0"/>
              <a:t>(</a:t>
            </a:r>
            <a:r>
              <a:rPr lang="en-US" sz="1100" dirty="0" err="1"/>
              <a:t>p_at_k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recalls.append</a:t>
            </a:r>
            <a:r>
              <a:rPr lang="en-US" sz="1100" dirty="0"/>
              <a:t>(</a:t>
            </a:r>
            <a:r>
              <a:rPr lang="en-US" sz="1100" dirty="0" err="1"/>
              <a:t>r_at_k</a:t>
            </a:r>
            <a:r>
              <a:rPr lang="en-US" sz="1100" dirty="0"/>
              <a:t>)</a:t>
            </a:r>
          </a:p>
          <a:p>
            <a:endParaRPr lang="en-US" sz="1100" dirty="0"/>
          </a:p>
          <a:p>
            <a:r>
              <a:rPr lang="en-US" sz="1100" dirty="0"/>
              <a:t>print(</a:t>
            </a:r>
            <a:r>
              <a:rPr lang="en-US" sz="1100" dirty="0" err="1"/>
              <a:t>f"Mean</a:t>
            </a:r>
            <a:r>
              <a:rPr lang="en-US" sz="1100" dirty="0"/>
              <a:t> Precision@10: {</a:t>
            </a:r>
            <a:r>
              <a:rPr lang="en-US" sz="1100" dirty="0" err="1"/>
              <a:t>np.mean</a:t>
            </a:r>
            <a:r>
              <a:rPr lang="en-US" sz="1100" dirty="0"/>
              <a:t>(precisions):.4f}")</a:t>
            </a:r>
          </a:p>
          <a:p>
            <a:r>
              <a:rPr lang="en-US" sz="1100" dirty="0"/>
              <a:t>print(</a:t>
            </a:r>
            <a:r>
              <a:rPr lang="en-US" sz="1100" dirty="0" err="1"/>
              <a:t>f"Mean</a:t>
            </a:r>
            <a:r>
              <a:rPr lang="en-US" sz="1100" dirty="0"/>
              <a:t> Recall@10: {</a:t>
            </a:r>
            <a:r>
              <a:rPr lang="en-US" sz="1100" dirty="0" err="1"/>
              <a:t>np.mean</a:t>
            </a:r>
            <a:r>
              <a:rPr lang="en-US" sz="1100" dirty="0"/>
              <a:t>(recalls):.4f}")</a:t>
            </a:r>
          </a:p>
        </p:txBody>
      </p:sp>
    </p:spTree>
    <p:extLst>
      <p:ext uri="{BB962C8B-B14F-4D97-AF65-F5344CB8AC3E}">
        <p14:creationId xmlns:p14="http://schemas.microsoft.com/office/powerpoint/2010/main" val="1583363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960F-8176-CFDF-899C-368723C5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0A0AABD0-1C62-45F9-8FC2-5D1F4EC8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Tóm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tắt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nội</a:t>
            </a:r>
            <a:r>
              <a:rPr lang="en-US" dirty="0">
                <a:latin typeface="+mn-lt"/>
              </a:rPr>
              <a:t> dung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20076F22-839C-7BB7-4EE2-8319EAE588CA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A6B878-09F7-0B7B-D2AC-2F1190682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306612"/>
            <a:ext cx="11110431" cy="5018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Hệ thống khuyến nghị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(Recommendation system) </a:t>
            </a: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là một công cụ kinh doanh quan trọng, giúp tăng doanh thu, nâng cao mức độ hài lòng và cá nhân hóa trải nghiệm người dùng.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sz="2400" b="1" dirty="0"/>
              <a:t>Lọc dựa trên nội dung (Content-Based Filtering) </a:t>
            </a:r>
            <a:r>
              <a:rPr lang="vi-VN" sz="2400" dirty="0"/>
              <a:t>là phương pháp hiệu quả để tìm kiếm các sản phẩm tương tự dựa trên các thuộc tính mô tả sản phẩm và sở thích cá nhân của người dùng.</a:t>
            </a:r>
            <a:endParaRPr lang="en-US" sz="24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sz="2400" b="1" dirty="0"/>
              <a:t>Lọc cộng tác (Collaborative Filtering)</a:t>
            </a:r>
            <a:r>
              <a:rPr lang="vi-VN" sz="2400" dirty="0"/>
              <a:t> có thể được triển khai bằng nhiều công cụ khác nhau, bao gồm cả Scikit-learn, nhằm tạo ra gợi ý cá nhân hóa dựa trên hành vi và đánh giá của người dùng.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5351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01AB-3A0E-5088-F0BE-EDA59A07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F46A200-71AD-837E-622E-54486A68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Hỏi</a:t>
            </a:r>
            <a:r>
              <a:rPr lang="en-US" dirty="0">
                <a:latin typeface="+mn-lt"/>
              </a:rPr>
              <a:t> &amp; </a:t>
            </a:r>
            <a:r>
              <a:rPr lang="en-US" dirty="0" err="1">
                <a:latin typeface="+mn-lt"/>
              </a:rPr>
              <a:t>Đáp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0D24ED43-49D0-F7DC-01A1-A5BE397E0EF4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4DB75-A01B-6BD5-587F-6E6033FDC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26464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4669</Words>
  <Application>Microsoft Office PowerPoint</Application>
  <PresentationFormat>Widescreen</PresentationFormat>
  <Paragraphs>420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Unicode MS</vt:lpstr>
      <vt:lpstr>Calibri</vt:lpstr>
      <vt:lpstr>Calibri (Headings)</vt:lpstr>
      <vt:lpstr>Calibri Light</vt:lpstr>
      <vt:lpstr>Cambria Math</vt:lpstr>
      <vt:lpstr>Consolas</vt:lpstr>
      <vt:lpstr>Times</vt:lpstr>
      <vt:lpstr>Times New Roman</vt:lpstr>
      <vt:lpstr>Chủ đề Office</vt:lpstr>
      <vt:lpstr>Lesson 5: Hệ khuyến nghị</vt:lpstr>
      <vt:lpstr>Nội dung</vt:lpstr>
      <vt:lpstr>Mục tiêu</vt:lpstr>
      <vt:lpstr>PHẦN 1: TỔNG QUAN VỀ HỆ THỐNG KHUYẾN NGHỊ</vt:lpstr>
      <vt:lpstr>Bạn đã thấy chúng ở khắp mọi nơi!</vt:lpstr>
      <vt:lpstr>Tại sao nó lại quan trọng?</vt:lpstr>
      <vt:lpstr> Hai hướng tiếp cận chính</vt:lpstr>
      <vt:lpstr>PHẦN 2: LỌC DỰA TRÊN NỘI DUNG </vt:lpstr>
      <vt:lpstr>Ý tưởng cốt lõi</vt:lpstr>
      <vt:lpstr>Làm sao để máy tính "hiểu" được văn bản?</vt:lpstr>
      <vt:lpstr>Ví dụ TF-IDF: Biến văn bản thành Vector</vt:lpstr>
      <vt:lpstr>Mini-Lab: Tìm hiểu TF-IDF với sklearn</vt:lpstr>
      <vt:lpstr> Đo lường "Sự tương tự“ - Similarity</vt:lpstr>
      <vt:lpstr>PHẦN 3: CASE STUDY #1 - GỢI Ý SẢN PHẨM TƯƠNG TỰ </vt:lpstr>
      <vt:lpstr>Bước 1: Chuẩn bị dữ liệu &amp; Áp dụng TF-IDF</vt:lpstr>
      <vt:lpstr>Bước 2 &amp; 3: Tính Cosine Similarity &amp; Xây dựng hàm gợi ý</vt:lpstr>
      <vt:lpstr>PHẦN 4: LỌC CỘNG TÁC (COLLABORATIVE FILTERING)</vt:lpstr>
      <vt:lpstr>Ý tưởng cốt lõi</vt:lpstr>
      <vt:lpstr> Dữ liệu Tường minh vs. Dữ liệu “Ngầm”</vt:lpstr>
      <vt:lpstr>Các loại Lọc Cộng tác</vt:lpstr>
      <vt:lpstr>Thách thức: Vấn đề Khởi đầu nguội (Cold Start)</vt:lpstr>
      <vt:lpstr>PHẦN 5: LỌC CỘNG TÁC VỚI SVD &amp; SCIKIT-LEARN</vt:lpstr>
      <vt:lpstr>Giới thiệu SVD (Singular Value Decomposition)</vt:lpstr>
      <vt:lpstr>Quy trình triển khai SVD với scikit-learn</vt:lpstr>
      <vt:lpstr>PHẦN 6: CASE STUDY #2 - KHUYẾN NGHỊ CÁ NHÂN HÓA</vt:lpstr>
      <vt:lpstr>Bước 1: Tạo ma trận Người dùng-Sản phẩm</vt:lpstr>
      <vt:lpstr>Bước 2: Áp dụng TruncatedSVD</vt:lpstr>
      <vt:lpstr>Bước 3: Tái tạo ma trận &amp; Xây dựng hàm gợi ý</vt:lpstr>
      <vt:lpstr>Bước 3: Tái tạo ma trận &amp; Xây dựng hàm gợi ý</vt:lpstr>
      <vt:lpstr>PHẦN 7: XÂY DỰNG GIAO DIỆN NGƯỜI DÙNG TƯƠNG TÁC</vt:lpstr>
      <vt:lpstr>PHần 8: Đánh giá hệ thống khuyến nghị</vt:lpstr>
      <vt:lpstr>Thử thách của việc Đánh giá</vt:lpstr>
      <vt:lpstr>Các chỉ số cho Top-N Khuyến nghị</vt:lpstr>
      <vt:lpstr>Code - Đánh giá Mô hình Lọc Cộng tác</vt:lpstr>
      <vt:lpstr>Tóm tắt nội dung</vt:lpstr>
      <vt:lpstr>Hỏi &amp; Đáp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Python basic</dc:title>
  <dc:creator>Nguyen Long</dc:creator>
  <cp:lastModifiedBy>Nguyen Tuan. Long</cp:lastModifiedBy>
  <cp:revision>4</cp:revision>
  <dcterms:created xsi:type="dcterms:W3CDTF">2020-08-13T10:53:55Z</dcterms:created>
  <dcterms:modified xsi:type="dcterms:W3CDTF">2025-10-03T14:29:33Z</dcterms:modified>
</cp:coreProperties>
</file>