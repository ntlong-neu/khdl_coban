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3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5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D4261"/>
    <a:srgbClr val="FFD842"/>
    <a:srgbClr val="104D6B"/>
    <a:srgbClr val="073851"/>
    <a:srgbClr val="4A7DA7"/>
    <a:srgbClr val="FFD330"/>
    <a:srgbClr val="15425F"/>
    <a:srgbClr val="BB9400"/>
    <a:srgbClr val="FFD6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9F9B3-0014-447F-9049-DCAAD29CA199}" v="440" dt="2025-08-03T02:00:36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0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6039F9B3-0014-447F-9049-DCAAD29CA199}"/>
    <pc:docChg chg="undo custSel addSld delSld modSld">
      <pc:chgData name="Nguyen Tuan. Long" userId="e4e93a65-ca82-41ec-92c8-0e4fdb0a72ae" providerId="ADAL" clId="{6039F9B3-0014-447F-9049-DCAAD29CA199}" dt="2025-08-03T02:00:49.956" v="1528" actId="14100"/>
      <pc:docMkLst>
        <pc:docMk/>
      </pc:docMkLst>
      <pc:sldChg chg="modSp mod">
        <pc:chgData name="Nguyen Tuan. Long" userId="e4e93a65-ca82-41ec-92c8-0e4fdb0a72ae" providerId="ADAL" clId="{6039F9B3-0014-447F-9049-DCAAD29CA199}" dt="2025-07-28T01:33:05.240" v="1523" actId="20577"/>
        <pc:sldMkLst>
          <pc:docMk/>
          <pc:sldMk cId="728605071" sldId="256"/>
        </pc:sldMkLst>
        <pc:spChg chg="mod">
          <ac:chgData name="Nguyen Tuan. Long" userId="e4e93a65-ca82-41ec-92c8-0e4fdb0a72ae" providerId="ADAL" clId="{6039F9B3-0014-447F-9049-DCAAD29CA199}" dt="2025-07-28T01:33:05.240" v="1523" actId="20577"/>
          <ac:spMkLst>
            <pc:docMk/>
            <pc:sldMk cId="728605071" sldId="256"/>
            <ac:spMk id="2" creationId="{AAE50545-3322-4312-B0BF-5362D10AB3FD}"/>
          </ac:spMkLst>
        </pc:spChg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57"/>
        </pc:sldMkLst>
      </pc:sldChg>
      <pc:sldChg chg="addSp delSp modSp mod">
        <pc:chgData name="Nguyen Tuan. Long" userId="e4e93a65-ca82-41ec-92c8-0e4fdb0a72ae" providerId="ADAL" clId="{6039F9B3-0014-447F-9049-DCAAD29CA199}" dt="2025-07-26T13:42:13.267" v="1442" actId="20577"/>
        <pc:sldMkLst>
          <pc:docMk/>
          <pc:sldMk cId="1985197783" sldId="258"/>
        </pc:sldMkLst>
        <pc:spChg chg="mod">
          <ac:chgData name="Nguyen Tuan. Long" userId="e4e93a65-ca82-41ec-92c8-0e4fdb0a72ae" providerId="ADAL" clId="{6039F9B3-0014-447F-9049-DCAAD29CA199}" dt="2025-07-26T09:47:40.491" v="222" actId="20577"/>
          <ac:spMkLst>
            <pc:docMk/>
            <pc:sldMk cId="1985197783" sldId="258"/>
            <ac:spMk id="3" creationId="{3C9DBF5E-2388-4891-A741-1F2CD76B8B39}"/>
          </ac:spMkLst>
        </pc:spChg>
        <pc:spChg chg="add mod">
          <ac:chgData name="Nguyen Tuan. Long" userId="e4e93a65-ca82-41ec-92c8-0e4fdb0a72ae" providerId="ADAL" clId="{6039F9B3-0014-447F-9049-DCAAD29CA199}" dt="2025-07-26T13:42:13.267" v="1442" actId="20577"/>
          <ac:spMkLst>
            <pc:docMk/>
            <pc:sldMk cId="1985197783" sldId="258"/>
            <ac:spMk id="6" creationId="{47C2A24D-122E-8CAD-6E54-FC9FC83DA915}"/>
          </ac:spMkLst>
        </pc:spChg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59"/>
        </pc:sldMkLst>
      </pc:sldChg>
      <pc:sldChg chg="modSp add mod">
        <pc:chgData name="Nguyen Tuan. Long" userId="e4e93a65-ca82-41ec-92c8-0e4fdb0a72ae" providerId="ADAL" clId="{6039F9B3-0014-447F-9049-DCAAD29CA199}" dt="2025-07-28T00:44:16.700" v="1516" actId="6549"/>
        <pc:sldMkLst>
          <pc:docMk/>
          <pc:sldMk cId="30825547" sldId="259"/>
        </pc:sldMkLst>
        <pc:spChg chg="mod">
          <ac:chgData name="Nguyen Tuan. Long" userId="e4e93a65-ca82-41ec-92c8-0e4fdb0a72ae" providerId="ADAL" clId="{6039F9B3-0014-447F-9049-DCAAD29CA199}" dt="2025-07-26T09:51:14.702" v="259"/>
          <ac:spMkLst>
            <pc:docMk/>
            <pc:sldMk cId="30825547" sldId="259"/>
            <ac:spMk id="3" creationId="{F3EB4B40-81E3-BA75-5EC6-A8E5ECA0293B}"/>
          </ac:spMkLst>
        </pc:spChg>
        <pc:spChg chg="mod">
          <ac:chgData name="Nguyen Tuan. Long" userId="e4e93a65-ca82-41ec-92c8-0e4fdb0a72ae" providerId="ADAL" clId="{6039F9B3-0014-447F-9049-DCAAD29CA199}" dt="2025-07-28T00:44:16.700" v="1516" actId="6549"/>
          <ac:spMkLst>
            <pc:docMk/>
            <pc:sldMk cId="30825547" sldId="259"/>
            <ac:spMk id="5" creationId="{677024D4-617B-8885-B8C1-76F236C23480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861664144" sldId="259"/>
        </pc:sldMkLst>
      </pc:sldChg>
      <pc:sldChg chg="del">
        <pc:chgData name="Nguyen Tuan. Long" userId="e4e93a65-ca82-41ec-92c8-0e4fdb0a72ae" providerId="ADAL" clId="{6039F9B3-0014-447F-9049-DCAAD29CA199}" dt="2025-07-26T09:44:26.754" v="118" actId="47"/>
        <pc:sldMkLst>
          <pc:docMk/>
          <pc:sldMk cId="417465784" sldId="260"/>
        </pc:sldMkLst>
      </pc:sldChg>
      <pc:sldChg chg="modSp add mod">
        <pc:chgData name="Nguyen Tuan. Long" userId="e4e93a65-ca82-41ec-92c8-0e4fdb0a72ae" providerId="ADAL" clId="{6039F9B3-0014-447F-9049-DCAAD29CA199}" dt="2025-07-26T10:13:19.849" v="332" actId="2710"/>
        <pc:sldMkLst>
          <pc:docMk/>
          <pc:sldMk cId="1692781581" sldId="260"/>
        </pc:sldMkLst>
        <pc:spChg chg="mod">
          <ac:chgData name="Nguyen Tuan. Long" userId="e4e93a65-ca82-41ec-92c8-0e4fdb0a72ae" providerId="ADAL" clId="{6039F9B3-0014-447F-9049-DCAAD29CA199}" dt="2025-07-26T10:02:00.699" v="276"/>
          <ac:spMkLst>
            <pc:docMk/>
            <pc:sldMk cId="1692781581" sldId="260"/>
            <ac:spMk id="3" creationId="{2F75BCD0-058C-4C56-F2DE-8C4ED5970744}"/>
          </ac:spMkLst>
        </pc:spChg>
        <pc:spChg chg="mod">
          <ac:chgData name="Nguyen Tuan. Long" userId="e4e93a65-ca82-41ec-92c8-0e4fdb0a72ae" providerId="ADAL" clId="{6039F9B3-0014-447F-9049-DCAAD29CA199}" dt="2025-07-26T10:13:19.849" v="332" actId="2710"/>
          <ac:spMkLst>
            <pc:docMk/>
            <pc:sldMk cId="1692781581" sldId="260"/>
            <ac:spMk id="5" creationId="{68CE707B-B25C-A3BA-12B8-514EB9000803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854526436" sldId="260"/>
        </pc:sldMkLst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61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22843156" sldId="261"/>
        </pc:sldMkLst>
      </pc:sldChg>
      <pc:sldChg chg="addSp modSp add mod modAnim">
        <pc:chgData name="Nguyen Tuan. Long" userId="e4e93a65-ca82-41ec-92c8-0e4fdb0a72ae" providerId="ADAL" clId="{6039F9B3-0014-447F-9049-DCAAD29CA199}" dt="2025-07-26T10:23:47.339" v="437" actId="207"/>
        <pc:sldMkLst>
          <pc:docMk/>
          <pc:sldMk cId="366153484" sldId="261"/>
        </pc:sldMkLst>
        <pc:spChg chg="mod">
          <ac:chgData name="Nguyen Tuan. Long" userId="e4e93a65-ca82-41ec-92c8-0e4fdb0a72ae" providerId="ADAL" clId="{6039F9B3-0014-447F-9049-DCAAD29CA199}" dt="2025-07-26T10:15:01.384" v="334"/>
          <ac:spMkLst>
            <pc:docMk/>
            <pc:sldMk cId="366153484" sldId="261"/>
            <ac:spMk id="3" creationId="{74A314BB-15C2-9EFE-63B1-BA82F6D1C306}"/>
          </ac:spMkLst>
        </pc:spChg>
        <pc:spChg chg="mod">
          <ac:chgData name="Nguyen Tuan. Long" userId="e4e93a65-ca82-41ec-92c8-0e4fdb0a72ae" providerId="ADAL" clId="{6039F9B3-0014-447F-9049-DCAAD29CA199}" dt="2025-07-26T10:23:47.339" v="437" actId="207"/>
          <ac:spMkLst>
            <pc:docMk/>
            <pc:sldMk cId="366153484" sldId="261"/>
            <ac:spMk id="5" creationId="{62972330-9DD8-EB51-1B7A-A02B455DEA29}"/>
          </ac:spMkLst>
        </pc:spChg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62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84395225" sldId="262"/>
        </pc:sldMkLst>
      </pc:sldChg>
      <pc:sldChg chg="addSp modSp add mod modAnim">
        <pc:chgData name="Nguyen Tuan. Long" userId="e4e93a65-ca82-41ec-92c8-0e4fdb0a72ae" providerId="ADAL" clId="{6039F9B3-0014-447F-9049-DCAAD29CA199}" dt="2025-07-26T10:28:41.179" v="463" actId="27636"/>
        <pc:sldMkLst>
          <pc:docMk/>
          <pc:sldMk cId="1865280062" sldId="262"/>
        </pc:sldMkLst>
        <pc:spChg chg="mod">
          <ac:chgData name="Nguyen Tuan. Long" userId="e4e93a65-ca82-41ec-92c8-0e4fdb0a72ae" providerId="ADAL" clId="{6039F9B3-0014-447F-9049-DCAAD29CA199}" dt="2025-07-26T10:24:35.784" v="439"/>
          <ac:spMkLst>
            <pc:docMk/>
            <pc:sldMk cId="1865280062" sldId="262"/>
            <ac:spMk id="3" creationId="{5E222C9E-9149-A561-3FF0-A7A5F51BBDB6}"/>
          </ac:spMkLst>
        </pc:spChg>
        <pc:spChg chg="mod">
          <ac:chgData name="Nguyen Tuan. Long" userId="e4e93a65-ca82-41ec-92c8-0e4fdb0a72ae" providerId="ADAL" clId="{6039F9B3-0014-447F-9049-DCAAD29CA199}" dt="2025-07-26T10:28:41.179" v="463" actId="27636"/>
          <ac:spMkLst>
            <pc:docMk/>
            <pc:sldMk cId="1865280062" sldId="262"/>
            <ac:spMk id="5" creationId="{05B0C415-82BC-BBE4-270F-EB56F2659573}"/>
          </ac:spMkLst>
        </pc:spChg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63"/>
        </pc:sldMkLst>
      </pc:sldChg>
      <pc:sldChg chg="modSp add mod">
        <pc:chgData name="Nguyen Tuan. Long" userId="e4e93a65-ca82-41ec-92c8-0e4fdb0a72ae" providerId="ADAL" clId="{6039F9B3-0014-447F-9049-DCAAD29CA199}" dt="2025-07-26T10:36:45.956" v="534" actId="15"/>
        <pc:sldMkLst>
          <pc:docMk/>
          <pc:sldMk cId="434974904" sldId="263"/>
        </pc:sldMkLst>
        <pc:spChg chg="mod">
          <ac:chgData name="Nguyen Tuan. Long" userId="e4e93a65-ca82-41ec-92c8-0e4fdb0a72ae" providerId="ADAL" clId="{6039F9B3-0014-447F-9049-DCAAD29CA199}" dt="2025-07-26T10:30:07.632" v="465"/>
          <ac:spMkLst>
            <pc:docMk/>
            <pc:sldMk cId="434974904" sldId="263"/>
            <ac:spMk id="3" creationId="{6753BBF7-E52D-2A4E-1BBC-BC0015FF9B1D}"/>
          </ac:spMkLst>
        </pc:spChg>
        <pc:spChg chg="mod">
          <ac:chgData name="Nguyen Tuan. Long" userId="e4e93a65-ca82-41ec-92c8-0e4fdb0a72ae" providerId="ADAL" clId="{6039F9B3-0014-447F-9049-DCAAD29CA199}" dt="2025-07-26T10:36:45.956" v="534" actId="15"/>
          <ac:spMkLst>
            <pc:docMk/>
            <pc:sldMk cId="434974904" sldId="263"/>
            <ac:spMk id="5" creationId="{39596BC9-196F-6BE5-434B-7808ABE0CF63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4255072486" sldId="263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427351742" sldId="264"/>
        </pc:sldMkLst>
      </pc:sldChg>
      <pc:sldChg chg="modSp add mod">
        <pc:chgData name="Nguyen Tuan. Long" userId="e4e93a65-ca82-41ec-92c8-0e4fdb0a72ae" providerId="ADAL" clId="{6039F9B3-0014-447F-9049-DCAAD29CA199}" dt="2025-07-26T10:39:26.943" v="556" actId="13926"/>
        <pc:sldMkLst>
          <pc:docMk/>
          <pc:sldMk cId="3946685548" sldId="264"/>
        </pc:sldMkLst>
        <pc:spChg chg="mod">
          <ac:chgData name="Nguyen Tuan. Long" userId="e4e93a65-ca82-41ec-92c8-0e4fdb0a72ae" providerId="ADAL" clId="{6039F9B3-0014-447F-9049-DCAAD29CA199}" dt="2025-07-26T10:32:49.165" v="473"/>
          <ac:spMkLst>
            <pc:docMk/>
            <pc:sldMk cId="3946685548" sldId="264"/>
            <ac:spMk id="3" creationId="{B1856942-0C86-FDD2-1F67-A0C55D1C8294}"/>
          </ac:spMkLst>
        </pc:spChg>
        <pc:spChg chg="mod">
          <ac:chgData name="Nguyen Tuan. Long" userId="e4e93a65-ca82-41ec-92c8-0e4fdb0a72ae" providerId="ADAL" clId="{6039F9B3-0014-447F-9049-DCAAD29CA199}" dt="2025-07-26T10:39:26.943" v="556" actId="13926"/>
          <ac:spMkLst>
            <pc:docMk/>
            <pc:sldMk cId="3946685548" sldId="264"/>
            <ac:spMk id="5" creationId="{B2E42F3F-2639-900B-974A-D8154023DBCC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736776433" sldId="265"/>
        </pc:sldMkLst>
      </pc:sldChg>
      <pc:sldChg chg="addSp delSp modSp add mod">
        <pc:chgData name="Nguyen Tuan. Long" userId="e4e93a65-ca82-41ec-92c8-0e4fdb0a72ae" providerId="ADAL" clId="{6039F9B3-0014-447F-9049-DCAAD29CA199}" dt="2025-07-26T12:35:12.407" v="889" actId="1076"/>
        <pc:sldMkLst>
          <pc:docMk/>
          <pc:sldMk cId="3805452792" sldId="265"/>
        </pc:sldMkLst>
        <pc:spChg chg="mod">
          <ac:chgData name="Nguyen Tuan. Long" userId="e4e93a65-ca82-41ec-92c8-0e4fdb0a72ae" providerId="ADAL" clId="{6039F9B3-0014-447F-9049-DCAAD29CA199}" dt="2025-07-26T10:47:22.040" v="583" actId="20577"/>
          <ac:spMkLst>
            <pc:docMk/>
            <pc:sldMk cId="3805452792" sldId="265"/>
            <ac:spMk id="3" creationId="{1769EAC7-ACAF-08F0-AF06-0FFCD4EF786C}"/>
          </ac:spMkLst>
        </pc:spChg>
        <pc:spChg chg="add mod">
          <ac:chgData name="Nguyen Tuan. Long" userId="e4e93a65-ca82-41ec-92c8-0e4fdb0a72ae" providerId="ADAL" clId="{6039F9B3-0014-447F-9049-DCAAD29CA199}" dt="2025-07-26T12:35:12.407" v="889" actId="1076"/>
          <ac:spMkLst>
            <pc:docMk/>
            <pc:sldMk cId="3805452792" sldId="265"/>
            <ac:spMk id="8" creationId="{BA9A6A9D-2D71-03E5-9836-B4DAD2C9A797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312758858" sldId="266"/>
        </pc:sldMkLst>
      </pc:sldChg>
      <pc:sldChg chg="addSp delSp modSp add mod">
        <pc:chgData name="Nguyen Tuan. Long" userId="e4e93a65-ca82-41ec-92c8-0e4fdb0a72ae" providerId="ADAL" clId="{6039F9B3-0014-447F-9049-DCAAD29CA199}" dt="2025-07-26T11:08:09.068" v="621" actId="27636"/>
        <pc:sldMkLst>
          <pc:docMk/>
          <pc:sldMk cId="3850672227" sldId="266"/>
        </pc:sldMkLst>
        <pc:spChg chg="mod">
          <ac:chgData name="Nguyen Tuan. Long" userId="e4e93a65-ca82-41ec-92c8-0e4fdb0a72ae" providerId="ADAL" clId="{6039F9B3-0014-447F-9049-DCAAD29CA199}" dt="2025-07-26T10:49:46.153" v="589"/>
          <ac:spMkLst>
            <pc:docMk/>
            <pc:sldMk cId="3850672227" sldId="266"/>
            <ac:spMk id="3" creationId="{FE6A56B6-6B97-3EB4-005B-8FB3A784D3B0}"/>
          </ac:spMkLst>
        </pc:spChg>
        <pc:spChg chg="add del mod">
          <ac:chgData name="Nguyen Tuan. Long" userId="e4e93a65-ca82-41ec-92c8-0e4fdb0a72ae" providerId="ADAL" clId="{6039F9B3-0014-447F-9049-DCAAD29CA199}" dt="2025-07-26T11:08:09.068" v="621" actId="27636"/>
          <ac:spMkLst>
            <pc:docMk/>
            <pc:sldMk cId="3850672227" sldId="266"/>
            <ac:spMk id="5" creationId="{B941361B-CCDF-CE3F-A27A-798477B64AB5}"/>
          </ac:spMkLst>
        </pc:spChg>
      </pc:sldChg>
      <pc:sldChg chg="addSp delSp modSp add mod">
        <pc:chgData name="Nguyen Tuan. Long" userId="e4e93a65-ca82-41ec-92c8-0e4fdb0a72ae" providerId="ADAL" clId="{6039F9B3-0014-447F-9049-DCAAD29CA199}" dt="2025-08-03T02:00:49.956" v="1528" actId="14100"/>
        <pc:sldMkLst>
          <pc:docMk/>
          <pc:sldMk cId="2721087725" sldId="267"/>
        </pc:sldMkLst>
        <pc:spChg chg="mod">
          <ac:chgData name="Nguyen Tuan. Long" userId="e4e93a65-ca82-41ec-92c8-0e4fdb0a72ae" providerId="ADAL" clId="{6039F9B3-0014-447F-9049-DCAAD29CA199}" dt="2025-07-26T11:09:16.073" v="628" actId="2711"/>
          <ac:spMkLst>
            <pc:docMk/>
            <pc:sldMk cId="2721087725" sldId="267"/>
            <ac:spMk id="3" creationId="{534D5C80-2F4C-60D7-4498-CA305C52D6AA}"/>
          </ac:spMkLst>
        </pc:spChg>
        <pc:spChg chg="add del mod">
          <ac:chgData name="Nguyen Tuan. Long" userId="e4e93a65-ca82-41ec-92c8-0e4fdb0a72ae" providerId="ADAL" clId="{6039F9B3-0014-447F-9049-DCAAD29CA199}" dt="2025-08-03T02:00:40.767" v="1526" actId="478"/>
          <ac:spMkLst>
            <pc:docMk/>
            <pc:sldMk cId="2721087725" sldId="267"/>
            <ac:spMk id="4" creationId="{AFB58622-FF35-9CDC-9274-20A87B5F1B78}"/>
          </ac:spMkLst>
        </pc:spChg>
        <pc:spChg chg="add mod">
          <ac:chgData name="Nguyen Tuan. Long" userId="e4e93a65-ca82-41ec-92c8-0e4fdb0a72ae" providerId="ADAL" clId="{6039F9B3-0014-447F-9049-DCAAD29CA199}" dt="2025-08-03T02:00:49.956" v="1528" actId="14100"/>
          <ac:spMkLst>
            <pc:docMk/>
            <pc:sldMk cId="2721087725" sldId="267"/>
            <ac:spMk id="5" creationId="{D92BB5C8-D98B-DC1A-C608-DB09C3FCA0C2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377899675" sldId="267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914138063" sldId="268"/>
        </pc:sldMkLst>
      </pc:sldChg>
      <pc:sldChg chg="addSp delSp modSp add mod">
        <pc:chgData name="Nguyen Tuan. Long" userId="e4e93a65-ca82-41ec-92c8-0e4fdb0a72ae" providerId="ADAL" clId="{6039F9B3-0014-447F-9049-DCAAD29CA199}" dt="2025-07-26T12:35:51.762" v="893" actId="14100"/>
        <pc:sldMkLst>
          <pc:docMk/>
          <pc:sldMk cId="3145751619" sldId="268"/>
        </pc:sldMkLst>
        <pc:spChg chg="mod">
          <ac:chgData name="Nguyen Tuan. Long" userId="e4e93a65-ca82-41ec-92c8-0e4fdb0a72ae" providerId="ADAL" clId="{6039F9B3-0014-447F-9049-DCAAD29CA199}" dt="2025-07-26T11:10:31.090" v="650"/>
          <ac:spMkLst>
            <pc:docMk/>
            <pc:sldMk cId="3145751619" sldId="268"/>
            <ac:spMk id="3" creationId="{F72F53FF-6D30-AEC5-122E-3D3A384D92BA}"/>
          </ac:spMkLst>
        </pc:spChg>
        <pc:spChg chg="add mod">
          <ac:chgData name="Nguyen Tuan. Long" userId="e4e93a65-ca82-41ec-92c8-0e4fdb0a72ae" providerId="ADAL" clId="{6039F9B3-0014-447F-9049-DCAAD29CA199}" dt="2025-07-26T11:20:37.124" v="761" actId="20577"/>
          <ac:spMkLst>
            <pc:docMk/>
            <pc:sldMk cId="3145751619" sldId="268"/>
            <ac:spMk id="4" creationId="{D1086571-C16D-E4A0-04A0-39AB05D0DFE0}"/>
          </ac:spMkLst>
        </pc:spChg>
        <pc:spChg chg="add mod">
          <ac:chgData name="Nguyen Tuan. Long" userId="e4e93a65-ca82-41ec-92c8-0e4fdb0a72ae" providerId="ADAL" clId="{6039F9B3-0014-447F-9049-DCAAD29CA199}" dt="2025-07-26T12:35:51.762" v="893" actId="14100"/>
          <ac:spMkLst>
            <pc:docMk/>
            <pc:sldMk cId="3145751619" sldId="268"/>
            <ac:spMk id="10" creationId="{582FE9C7-7614-7B04-8496-1366061D72F4}"/>
          </ac:spMkLst>
        </pc:spChg>
      </pc:sldChg>
      <pc:sldChg chg="del">
        <pc:chgData name="Nguyen Tuan. Long" userId="e4e93a65-ca82-41ec-92c8-0e4fdb0a72ae" providerId="ADAL" clId="{6039F9B3-0014-447F-9049-DCAAD29CA199}" dt="2025-07-26T09:43:38.029" v="88" actId="47"/>
        <pc:sldMkLst>
          <pc:docMk/>
          <pc:sldMk cId="1091674194" sldId="269"/>
        </pc:sldMkLst>
      </pc:sldChg>
      <pc:sldChg chg="addSp delSp modSp add mod">
        <pc:chgData name="Nguyen Tuan. Long" userId="e4e93a65-ca82-41ec-92c8-0e4fdb0a72ae" providerId="ADAL" clId="{6039F9B3-0014-447F-9049-DCAAD29CA199}" dt="2025-07-26T11:34:44.526" v="836" actId="5793"/>
        <pc:sldMkLst>
          <pc:docMk/>
          <pc:sldMk cId="2072822320" sldId="269"/>
        </pc:sldMkLst>
        <pc:spChg chg="mod">
          <ac:chgData name="Nguyen Tuan. Long" userId="e4e93a65-ca82-41ec-92c8-0e4fdb0a72ae" providerId="ADAL" clId="{6039F9B3-0014-447F-9049-DCAAD29CA199}" dt="2025-07-26T11:34:44.526" v="836" actId="5793"/>
          <ac:spMkLst>
            <pc:docMk/>
            <pc:sldMk cId="2072822320" sldId="269"/>
            <ac:spMk id="3" creationId="{F3C413C7-5607-1A1C-A800-71FAACAB2D16}"/>
          </ac:spMkLst>
        </pc:spChg>
        <pc:graphicFrameChg chg="add mod modGraphic">
          <ac:chgData name="Nguyen Tuan. Long" userId="e4e93a65-ca82-41ec-92c8-0e4fdb0a72ae" providerId="ADAL" clId="{6039F9B3-0014-447F-9049-DCAAD29CA199}" dt="2025-07-26T11:28:32.932" v="799" actId="14734"/>
          <ac:graphicFrameMkLst>
            <pc:docMk/>
            <pc:sldMk cId="2072822320" sldId="269"/>
            <ac:graphicFrameMk id="2" creationId="{2EAC43F8-7D8C-D061-FBB1-17D9857EF591}"/>
          </ac:graphicFrameMkLst>
        </pc:graphicFrame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542902247" sldId="269"/>
        </pc:sldMkLst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70"/>
        </pc:sldMkLst>
      </pc:sldChg>
      <pc:sldChg chg="addSp delSp modSp add mod delAnim modAnim">
        <pc:chgData name="Nguyen Tuan. Long" userId="e4e93a65-ca82-41ec-92c8-0e4fdb0a72ae" providerId="ADAL" clId="{6039F9B3-0014-447F-9049-DCAAD29CA199}" dt="2025-07-26T12:43:41.862" v="1012"/>
        <pc:sldMkLst>
          <pc:docMk/>
          <pc:sldMk cId="2759094291" sldId="270"/>
        </pc:sldMkLst>
        <pc:spChg chg="mod">
          <ac:chgData name="Nguyen Tuan. Long" userId="e4e93a65-ca82-41ec-92c8-0e4fdb0a72ae" providerId="ADAL" clId="{6039F9B3-0014-447F-9049-DCAAD29CA199}" dt="2025-07-26T11:35:16.530" v="843"/>
          <ac:spMkLst>
            <pc:docMk/>
            <pc:sldMk cId="2759094291" sldId="270"/>
            <ac:spMk id="3" creationId="{1C6D3877-30D1-C1B8-3B4E-11169B2D074C}"/>
          </ac:spMkLst>
        </pc:spChg>
        <pc:spChg chg="mod">
          <ac:chgData name="Nguyen Tuan. Long" userId="e4e93a65-ca82-41ec-92c8-0e4fdb0a72ae" providerId="ADAL" clId="{6039F9B3-0014-447F-9049-DCAAD29CA199}" dt="2025-07-26T11:36:03.744" v="880"/>
          <ac:spMkLst>
            <pc:docMk/>
            <pc:sldMk cId="2759094291" sldId="270"/>
            <ac:spMk id="5" creationId="{BC2BD6D4-1A8E-77B7-406B-B28AD5135D64}"/>
          </ac:spMkLst>
        </pc:spChg>
        <pc:spChg chg="add mod">
          <ac:chgData name="Nguyen Tuan. Long" userId="e4e93a65-ca82-41ec-92c8-0e4fdb0a72ae" providerId="ADAL" clId="{6039F9B3-0014-447F-9049-DCAAD29CA199}" dt="2025-07-26T12:39:52.745" v="946" actId="1076"/>
          <ac:spMkLst>
            <pc:docMk/>
            <pc:sldMk cId="2759094291" sldId="270"/>
            <ac:spMk id="8" creationId="{B6E76EEF-5A4F-5F65-B2D7-75338D4FC076}"/>
          </ac:spMkLst>
        </pc:spChg>
        <pc:spChg chg="add mod">
          <ac:chgData name="Nguyen Tuan. Long" userId="e4e93a65-ca82-41ec-92c8-0e4fdb0a72ae" providerId="ADAL" clId="{6039F9B3-0014-447F-9049-DCAAD29CA199}" dt="2025-07-26T12:43:02.313" v="1002" actId="1076"/>
          <ac:spMkLst>
            <pc:docMk/>
            <pc:sldMk cId="2759094291" sldId="270"/>
            <ac:spMk id="29" creationId="{B8421D72-1BE4-3697-DF22-A57745A9ADFF}"/>
          </ac:spMkLst>
        </pc:spChg>
        <pc:spChg chg="add mod">
          <ac:chgData name="Nguyen Tuan. Long" userId="e4e93a65-ca82-41ec-92c8-0e4fdb0a72ae" providerId="ADAL" clId="{6039F9B3-0014-447F-9049-DCAAD29CA199}" dt="2025-07-26T12:43:08.909" v="1003" actId="1076"/>
          <ac:spMkLst>
            <pc:docMk/>
            <pc:sldMk cId="2759094291" sldId="270"/>
            <ac:spMk id="31" creationId="{C1D33F41-81A7-6D6D-12E9-C6D3699A1450}"/>
          </ac:spMkLst>
        </pc:spChg>
        <pc:grpChg chg="mod">
          <ac:chgData name="Nguyen Tuan. Long" userId="e4e93a65-ca82-41ec-92c8-0e4fdb0a72ae" providerId="ADAL" clId="{6039F9B3-0014-447F-9049-DCAAD29CA199}" dt="2025-07-26T12:41:43.904" v="992"/>
          <ac:grpSpMkLst>
            <pc:docMk/>
            <pc:sldMk cId="2759094291" sldId="270"/>
            <ac:grpSpMk id="27" creationId="{57BB4BE6-5C31-226E-4DD2-C8B980E5ECBD}"/>
          </ac:grpSpMkLst>
        </pc:grpChg>
        <pc:picChg chg="add mod">
          <ac:chgData name="Nguyen Tuan. Long" userId="e4e93a65-ca82-41ec-92c8-0e4fdb0a72ae" providerId="ADAL" clId="{6039F9B3-0014-447F-9049-DCAAD29CA199}" dt="2025-07-26T12:41:28.650" v="984" actId="1037"/>
          <ac:picMkLst>
            <pc:docMk/>
            <pc:sldMk cId="2759094291" sldId="270"/>
            <ac:picMk id="10" creationId="{42DBCE4F-7296-4397-F383-CAE180A08569}"/>
          </ac:picMkLst>
        </pc:picChg>
        <pc:picChg chg="add mod">
          <ac:chgData name="Nguyen Tuan. Long" userId="e4e93a65-ca82-41ec-92c8-0e4fdb0a72ae" providerId="ADAL" clId="{6039F9B3-0014-447F-9049-DCAAD29CA199}" dt="2025-07-26T12:43:39.168" v="1011" actId="1076"/>
          <ac:picMkLst>
            <pc:docMk/>
            <pc:sldMk cId="2759094291" sldId="270"/>
            <ac:picMk id="33" creationId="{1D970E97-F65D-9836-A641-EC9E941879C5}"/>
          </ac:picMkLst>
        </pc:pic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0" creationId="{71B8A6CF-2D36-B823-B2E7-BCE073320BD6}"/>
          </ac:inkMkLst>
        </pc:ink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1" creationId="{250B8304-A232-0DEC-C6E8-537D72DB98F6}"/>
          </ac:inkMkLst>
        </pc:ink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2" creationId="{27FE3226-1E73-1E20-D73A-8D49EDED6C75}"/>
          </ac:inkMkLst>
        </pc:ink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3" creationId="{043D6276-F2EC-EB22-E782-CA6A15D1E4E0}"/>
          </ac:inkMkLst>
        </pc:ink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4" creationId="{5B914E38-3904-A1C1-7958-4F7961ABEF4C}"/>
          </ac:inkMkLst>
        </pc:ink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5" creationId="{ED4897A7-1F0F-83AA-36FD-5771276EFCB4}"/>
          </ac:inkMkLst>
        </pc:inkChg>
        <pc:inkChg chg="add mod">
          <ac:chgData name="Nguyen Tuan. Long" userId="e4e93a65-ca82-41ec-92c8-0e4fdb0a72ae" providerId="ADAL" clId="{6039F9B3-0014-447F-9049-DCAAD29CA199}" dt="2025-07-26T12:41:43.904" v="992"/>
          <ac:inkMkLst>
            <pc:docMk/>
            <pc:sldMk cId="2759094291" sldId="270"/>
            <ac:inkMk id="26" creationId="{AB9E2E7D-8740-0130-791F-A3939234B98C}"/>
          </ac:inkMkLst>
        </pc:ink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4150364149" sldId="270"/>
        </pc:sldMkLst>
      </pc:sldChg>
      <pc:sldChg chg="add del">
        <pc:chgData name="Nguyen Tuan. Long" userId="e4e93a65-ca82-41ec-92c8-0e4fdb0a72ae" providerId="ADAL" clId="{6039F9B3-0014-447F-9049-DCAAD29CA199}" dt="2025-07-26T09:43:38.029" v="88" actId="47"/>
        <pc:sldMkLst>
          <pc:docMk/>
          <pc:sldMk cId="0" sldId="271"/>
        </pc:sldMkLst>
      </pc:sldChg>
      <pc:sldChg chg="modSp add mod">
        <pc:chgData name="Nguyen Tuan. Long" userId="e4e93a65-ca82-41ec-92c8-0e4fdb0a72ae" providerId="ADAL" clId="{6039F9B3-0014-447F-9049-DCAAD29CA199}" dt="2025-07-26T12:48:10.981" v="1047" actId="2710"/>
        <pc:sldMkLst>
          <pc:docMk/>
          <pc:sldMk cId="1044274662" sldId="271"/>
        </pc:sldMkLst>
        <pc:spChg chg="mod">
          <ac:chgData name="Nguyen Tuan. Long" userId="e4e93a65-ca82-41ec-92c8-0e4fdb0a72ae" providerId="ADAL" clId="{6039F9B3-0014-447F-9049-DCAAD29CA199}" dt="2025-07-26T12:45:39.735" v="1015" actId="2711"/>
          <ac:spMkLst>
            <pc:docMk/>
            <pc:sldMk cId="1044274662" sldId="271"/>
            <ac:spMk id="3" creationId="{FC902782-3BA5-123C-0057-AC8F8603F347}"/>
          </ac:spMkLst>
        </pc:spChg>
        <pc:spChg chg="mod">
          <ac:chgData name="Nguyen Tuan. Long" userId="e4e93a65-ca82-41ec-92c8-0e4fdb0a72ae" providerId="ADAL" clId="{6039F9B3-0014-447F-9049-DCAAD29CA199}" dt="2025-07-26T12:48:10.981" v="1047" actId="2710"/>
          <ac:spMkLst>
            <pc:docMk/>
            <pc:sldMk cId="1044274662" sldId="271"/>
            <ac:spMk id="5" creationId="{403F13D5-CFED-195D-9189-21521CB36829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442877061" sldId="271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2905795717" sldId="272"/>
        </pc:sldMkLst>
      </pc:sldChg>
      <pc:sldChg chg="addSp delSp modSp add mod">
        <pc:chgData name="Nguyen Tuan. Long" userId="e4e93a65-ca82-41ec-92c8-0e4fdb0a72ae" providerId="ADAL" clId="{6039F9B3-0014-447F-9049-DCAAD29CA199}" dt="2025-07-26T12:58:16.131" v="1064" actId="2710"/>
        <pc:sldMkLst>
          <pc:docMk/>
          <pc:sldMk cId="4069015066" sldId="272"/>
        </pc:sldMkLst>
        <pc:spChg chg="mod">
          <ac:chgData name="Nguyen Tuan. Long" userId="e4e93a65-ca82-41ec-92c8-0e4fdb0a72ae" providerId="ADAL" clId="{6039F9B3-0014-447F-9049-DCAAD29CA199}" dt="2025-07-26T12:49:02.352" v="1050" actId="404"/>
          <ac:spMkLst>
            <pc:docMk/>
            <pc:sldMk cId="4069015066" sldId="272"/>
            <ac:spMk id="3" creationId="{261E6F6E-5F17-094A-C361-C94D820DC2E5}"/>
          </ac:spMkLst>
        </pc:spChg>
        <pc:spChg chg="add del mod">
          <ac:chgData name="Nguyen Tuan. Long" userId="e4e93a65-ca82-41ec-92c8-0e4fdb0a72ae" providerId="ADAL" clId="{6039F9B3-0014-447F-9049-DCAAD29CA199}" dt="2025-07-26T12:58:16.131" v="1064" actId="2710"/>
          <ac:spMkLst>
            <pc:docMk/>
            <pc:sldMk cId="4069015066" sldId="272"/>
            <ac:spMk id="5" creationId="{D69E5AD2-8642-D5CB-D2C7-481DC33EF7B9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598367615" sldId="273"/>
        </pc:sldMkLst>
      </pc:sldChg>
      <pc:sldChg chg="addSp delSp modSp add mod">
        <pc:chgData name="Nguyen Tuan. Long" userId="e4e93a65-ca82-41ec-92c8-0e4fdb0a72ae" providerId="ADAL" clId="{6039F9B3-0014-447F-9049-DCAAD29CA199}" dt="2025-07-26T12:59:31.068" v="1107" actId="1035"/>
        <pc:sldMkLst>
          <pc:docMk/>
          <pc:sldMk cId="2203458815" sldId="273"/>
        </pc:sldMkLst>
        <pc:spChg chg="add mod">
          <ac:chgData name="Nguyen Tuan. Long" userId="e4e93a65-ca82-41ec-92c8-0e4fdb0a72ae" providerId="ADAL" clId="{6039F9B3-0014-447F-9049-DCAAD29CA199}" dt="2025-07-26T12:59:31.068" v="1107" actId="1035"/>
          <ac:spMkLst>
            <pc:docMk/>
            <pc:sldMk cId="2203458815" sldId="273"/>
            <ac:spMk id="2" creationId="{2EFFF0A0-3033-25D0-0A39-BE75D53793DA}"/>
          </ac:spMkLst>
        </pc:spChg>
        <pc:spChg chg="mod">
          <ac:chgData name="Nguyen Tuan. Long" userId="e4e93a65-ca82-41ec-92c8-0e4fdb0a72ae" providerId="ADAL" clId="{6039F9B3-0014-447F-9049-DCAAD29CA199}" dt="2025-07-26T12:58:58.311" v="1069" actId="2711"/>
          <ac:spMkLst>
            <pc:docMk/>
            <pc:sldMk cId="2203458815" sldId="273"/>
            <ac:spMk id="3" creationId="{CDC75177-FC96-5C6E-CFB6-7423ECC23ECF}"/>
          </ac:spMkLst>
        </pc:spChg>
      </pc:sldChg>
      <pc:sldChg chg="addSp delSp modSp add mod">
        <pc:chgData name="Nguyen Tuan. Long" userId="e4e93a65-ca82-41ec-92c8-0e4fdb0a72ae" providerId="ADAL" clId="{6039F9B3-0014-447F-9049-DCAAD29CA199}" dt="2025-07-26T13:02:09.750" v="1130" actId="14100"/>
        <pc:sldMkLst>
          <pc:docMk/>
          <pc:sldMk cId="2170994669" sldId="274"/>
        </pc:sldMkLst>
        <pc:spChg chg="add mod">
          <ac:chgData name="Nguyen Tuan. Long" userId="e4e93a65-ca82-41ec-92c8-0e4fdb0a72ae" providerId="ADAL" clId="{6039F9B3-0014-447F-9049-DCAAD29CA199}" dt="2025-07-26T13:02:09.750" v="1130" actId="14100"/>
          <ac:spMkLst>
            <pc:docMk/>
            <pc:sldMk cId="2170994669" sldId="274"/>
            <ac:spMk id="2" creationId="{F0263262-9C71-DC1E-A49C-7728E8F70C72}"/>
          </ac:spMkLst>
        </pc:spChg>
        <pc:spChg chg="mod">
          <ac:chgData name="Nguyen Tuan. Long" userId="e4e93a65-ca82-41ec-92c8-0e4fdb0a72ae" providerId="ADAL" clId="{6039F9B3-0014-447F-9049-DCAAD29CA199}" dt="2025-07-26T13:00:18.962" v="1109"/>
          <ac:spMkLst>
            <pc:docMk/>
            <pc:sldMk cId="2170994669" sldId="274"/>
            <ac:spMk id="3" creationId="{0E942774-2888-FDEB-C920-E1EC1527CE60}"/>
          </ac:spMkLst>
        </pc:spChg>
        <pc:picChg chg="add mod">
          <ac:chgData name="Nguyen Tuan. Long" userId="e4e93a65-ca82-41ec-92c8-0e4fdb0a72ae" providerId="ADAL" clId="{6039F9B3-0014-447F-9049-DCAAD29CA199}" dt="2025-07-26T13:01:28.329" v="1125" actId="1076"/>
          <ac:picMkLst>
            <pc:docMk/>
            <pc:sldMk cId="2170994669" sldId="274"/>
            <ac:picMk id="9219" creationId="{00707111-B728-CF8C-8BAB-BE5FAD2BC64C}"/>
          </ac:picMkLst>
        </pc:pic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994301162" sldId="274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901794401" sldId="275"/>
        </pc:sldMkLst>
      </pc:sldChg>
      <pc:sldChg chg="addSp delSp modSp add mod">
        <pc:chgData name="Nguyen Tuan. Long" userId="e4e93a65-ca82-41ec-92c8-0e4fdb0a72ae" providerId="ADAL" clId="{6039F9B3-0014-447F-9049-DCAAD29CA199}" dt="2025-07-26T13:56:13.692" v="1504" actId="20577"/>
        <pc:sldMkLst>
          <pc:docMk/>
          <pc:sldMk cId="1980997815" sldId="275"/>
        </pc:sldMkLst>
        <pc:spChg chg="add mod">
          <ac:chgData name="Nguyen Tuan. Long" userId="e4e93a65-ca82-41ec-92c8-0e4fdb0a72ae" providerId="ADAL" clId="{6039F9B3-0014-447F-9049-DCAAD29CA199}" dt="2025-07-26T13:56:13.692" v="1504" actId="20577"/>
          <ac:spMkLst>
            <pc:docMk/>
            <pc:sldMk cId="1980997815" sldId="275"/>
            <ac:spMk id="2" creationId="{9103DC7F-C398-95B6-D67A-4C0B7DB13F3C}"/>
          </ac:spMkLst>
        </pc:spChg>
        <pc:spChg chg="mod">
          <ac:chgData name="Nguyen Tuan. Long" userId="e4e93a65-ca82-41ec-92c8-0e4fdb0a72ae" providerId="ADAL" clId="{6039F9B3-0014-447F-9049-DCAAD29CA199}" dt="2025-07-26T13:05:17.479" v="1143" actId="2711"/>
          <ac:spMkLst>
            <pc:docMk/>
            <pc:sldMk cId="1980997815" sldId="275"/>
            <ac:spMk id="3" creationId="{A672F67D-4A04-394A-8C3D-0B89B448C3BA}"/>
          </ac:spMkLst>
        </pc:spChg>
        <pc:picChg chg="add mod">
          <ac:chgData name="Nguyen Tuan. Long" userId="e4e93a65-ca82-41ec-92c8-0e4fdb0a72ae" providerId="ADAL" clId="{6039F9B3-0014-447F-9049-DCAAD29CA199}" dt="2025-07-26T13:56:09.053" v="1502" actId="208"/>
          <ac:picMkLst>
            <pc:docMk/>
            <pc:sldMk cId="1980997815" sldId="275"/>
            <ac:picMk id="11" creationId="{5C283913-EA77-C8F9-4162-74416D36AB38}"/>
          </ac:picMkLst>
        </pc:picChg>
        <pc:picChg chg="add mod">
          <ac:chgData name="Nguyen Tuan. Long" userId="e4e93a65-ca82-41ec-92c8-0e4fdb0a72ae" providerId="ADAL" clId="{6039F9B3-0014-447F-9049-DCAAD29CA199}" dt="2025-07-26T13:07:28.149" v="1172" actId="1076"/>
          <ac:picMkLst>
            <pc:docMk/>
            <pc:sldMk cId="1980997815" sldId="275"/>
            <ac:picMk id="10242" creationId="{14697E39-C9B3-3B1E-28A7-9A8C8059FA82}"/>
          </ac:picMkLst>
        </pc:picChg>
      </pc:sldChg>
      <pc:sldChg chg="modSp add mod">
        <pc:chgData name="Nguyen Tuan. Long" userId="e4e93a65-ca82-41ec-92c8-0e4fdb0a72ae" providerId="ADAL" clId="{6039F9B3-0014-447F-9049-DCAAD29CA199}" dt="2025-07-26T13:11:56.055" v="1183" actId="113"/>
        <pc:sldMkLst>
          <pc:docMk/>
          <pc:sldMk cId="3421580607" sldId="276"/>
        </pc:sldMkLst>
        <pc:spChg chg="mod">
          <ac:chgData name="Nguyen Tuan. Long" userId="e4e93a65-ca82-41ec-92c8-0e4fdb0a72ae" providerId="ADAL" clId="{6039F9B3-0014-447F-9049-DCAAD29CA199}" dt="2025-07-26T13:08:07.011" v="1175" actId="2711"/>
          <ac:spMkLst>
            <pc:docMk/>
            <pc:sldMk cId="3421580607" sldId="276"/>
            <ac:spMk id="3" creationId="{898D73A3-42D0-F613-8305-DA6FA3311004}"/>
          </ac:spMkLst>
        </pc:spChg>
        <pc:spChg chg="mod">
          <ac:chgData name="Nguyen Tuan. Long" userId="e4e93a65-ca82-41ec-92c8-0e4fdb0a72ae" providerId="ADAL" clId="{6039F9B3-0014-447F-9049-DCAAD29CA199}" dt="2025-07-26T13:11:56.055" v="1183" actId="113"/>
          <ac:spMkLst>
            <pc:docMk/>
            <pc:sldMk cId="3421580607" sldId="276"/>
            <ac:spMk id="5" creationId="{420D5C8E-CDC4-A542-502C-AB7F1AF68B50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570607281" sldId="276"/>
        </pc:sldMkLst>
      </pc:sldChg>
      <pc:sldChg chg="addSp delSp modSp add mod">
        <pc:chgData name="Nguyen Tuan. Long" userId="e4e93a65-ca82-41ec-92c8-0e4fdb0a72ae" providerId="ADAL" clId="{6039F9B3-0014-447F-9049-DCAAD29CA199}" dt="2025-07-26T13:16:41.724" v="1216" actId="14100"/>
        <pc:sldMkLst>
          <pc:docMk/>
          <pc:sldMk cId="1173737391" sldId="277"/>
        </pc:sldMkLst>
        <pc:spChg chg="add mod">
          <ac:chgData name="Nguyen Tuan. Long" userId="e4e93a65-ca82-41ec-92c8-0e4fdb0a72ae" providerId="ADAL" clId="{6039F9B3-0014-447F-9049-DCAAD29CA199}" dt="2025-07-26T13:14:21.750" v="1213" actId="207"/>
          <ac:spMkLst>
            <pc:docMk/>
            <pc:sldMk cId="1173737391" sldId="277"/>
            <ac:spMk id="2" creationId="{4E80C2BE-898C-E829-ABB5-64EB00BFA85F}"/>
          </ac:spMkLst>
        </pc:spChg>
        <pc:spChg chg="mod">
          <ac:chgData name="Nguyen Tuan. Long" userId="e4e93a65-ca82-41ec-92c8-0e4fdb0a72ae" providerId="ADAL" clId="{6039F9B3-0014-447F-9049-DCAAD29CA199}" dt="2025-07-26T13:12:48.907" v="1186" actId="20577"/>
          <ac:spMkLst>
            <pc:docMk/>
            <pc:sldMk cId="1173737391" sldId="277"/>
            <ac:spMk id="3" creationId="{D33E0648-F602-8CB5-49E1-B2100F2A9C8F}"/>
          </ac:spMkLst>
        </pc:spChg>
        <pc:spChg chg="add mod">
          <ac:chgData name="Nguyen Tuan. Long" userId="e4e93a65-ca82-41ec-92c8-0e4fdb0a72ae" providerId="ADAL" clId="{6039F9B3-0014-447F-9049-DCAAD29CA199}" dt="2025-07-26T13:16:41.724" v="1216" actId="14100"/>
          <ac:spMkLst>
            <pc:docMk/>
            <pc:sldMk cId="1173737391" sldId="277"/>
            <ac:spMk id="6" creationId="{D90DEECE-C8DA-19C8-6A19-B619478C0A14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369093047" sldId="277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789888255" sldId="278"/>
        </pc:sldMkLst>
      </pc:sldChg>
      <pc:sldChg chg="addSp delSp modSp add mod modAnim">
        <pc:chgData name="Nguyen Tuan. Long" userId="e4e93a65-ca82-41ec-92c8-0e4fdb0a72ae" providerId="ADAL" clId="{6039F9B3-0014-447F-9049-DCAAD29CA199}" dt="2025-07-26T13:28:02.207" v="1264"/>
        <pc:sldMkLst>
          <pc:docMk/>
          <pc:sldMk cId="2692655018" sldId="278"/>
        </pc:sldMkLst>
        <pc:spChg chg="mod">
          <ac:chgData name="Nguyen Tuan. Long" userId="e4e93a65-ca82-41ec-92c8-0e4fdb0a72ae" providerId="ADAL" clId="{6039F9B3-0014-447F-9049-DCAAD29CA199}" dt="2025-07-26T13:17:11.914" v="1219" actId="6549"/>
          <ac:spMkLst>
            <pc:docMk/>
            <pc:sldMk cId="2692655018" sldId="278"/>
            <ac:spMk id="3" creationId="{87DD680F-FB46-121C-346E-76235DB2CE18}"/>
          </ac:spMkLst>
        </pc:spChg>
        <pc:spChg chg="add mod">
          <ac:chgData name="Nguyen Tuan. Long" userId="e4e93a65-ca82-41ec-92c8-0e4fdb0a72ae" providerId="ADAL" clId="{6039F9B3-0014-447F-9049-DCAAD29CA199}" dt="2025-07-26T13:26:31.051" v="1245" actId="1076"/>
          <ac:spMkLst>
            <pc:docMk/>
            <pc:sldMk cId="2692655018" sldId="278"/>
            <ac:spMk id="10" creationId="{CB25197A-871D-9586-6400-8D08C9E51460}"/>
          </ac:spMkLst>
        </pc:spChg>
        <pc:spChg chg="add mod">
          <ac:chgData name="Nguyen Tuan. Long" userId="e4e93a65-ca82-41ec-92c8-0e4fdb0a72ae" providerId="ADAL" clId="{6039F9B3-0014-447F-9049-DCAAD29CA199}" dt="2025-07-26T13:27:53.221" v="1263" actId="113"/>
          <ac:spMkLst>
            <pc:docMk/>
            <pc:sldMk cId="2692655018" sldId="278"/>
            <ac:spMk id="14" creationId="{51178AE9-442D-1805-8276-91568BE685DE}"/>
          </ac:spMkLst>
        </pc:spChg>
        <pc:picChg chg="add mod">
          <ac:chgData name="Nguyen Tuan. Long" userId="e4e93a65-ca82-41ec-92c8-0e4fdb0a72ae" providerId="ADAL" clId="{6039F9B3-0014-447F-9049-DCAAD29CA199}" dt="2025-07-26T13:27:07.436" v="1253" actId="1076"/>
          <ac:picMkLst>
            <pc:docMk/>
            <pc:sldMk cId="2692655018" sldId="278"/>
            <ac:picMk id="12" creationId="{7A828677-B733-5503-859E-FBA514E28A5A}"/>
          </ac:picMkLst>
        </pc:pic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597981794" sldId="279"/>
        </pc:sldMkLst>
      </pc:sldChg>
      <pc:sldChg chg="addSp delSp modSp add mod modAnim">
        <pc:chgData name="Nguyen Tuan. Long" userId="e4e93a65-ca82-41ec-92c8-0e4fdb0a72ae" providerId="ADAL" clId="{6039F9B3-0014-447F-9049-DCAAD29CA199}" dt="2025-07-26T13:32:09.112" v="1313"/>
        <pc:sldMkLst>
          <pc:docMk/>
          <pc:sldMk cId="1725498079" sldId="279"/>
        </pc:sldMkLst>
        <pc:spChg chg="add mod">
          <ac:chgData name="Nguyen Tuan. Long" userId="e4e93a65-ca82-41ec-92c8-0e4fdb0a72ae" providerId="ADAL" clId="{6039F9B3-0014-447F-9049-DCAAD29CA199}" dt="2025-07-26T13:29:18.347" v="1307" actId="1036"/>
          <ac:spMkLst>
            <pc:docMk/>
            <pc:sldMk cId="1725498079" sldId="279"/>
            <ac:spMk id="2" creationId="{071A9B79-0CF6-F364-F3C3-2B250B2B9055}"/>
          </ac:spMkLst>
        </pc:spChg>
        <pc:spChg chg="mod">
          <ac:chgData name="Nguyen Tuan. Long" userId="e4e93a65-ca82-41ec-92c8-0e4fdb0a72ae" providerId="ADAL" clId="{6039F9B3-0014-447F-9049-DCAAD29CA199}" dt="2025-07-26T13:28:26.990" v="1266" actId="20577"/>
          <ac:spMkLst>
            <pc:docMk/>
            <pc:sldMk cId="1725498079" sldId="279"/>
            <ac:spMk id="3" creationId="{FBA48CDC-46D4-475C-4A3A-CB0B2B149F69}"/>
          </ac:spMkLst>
        </pc:spChg>
        <pc:spChg chg="add mod">
          <ac:chgData name="Nguyen Tuan. Long" userId="e4e93a65-ca82-41ec-92c8-0e4fdb0a72ae" providerId="ADAL" clId="{6039F9B3-0014-447F-9049-DCAAD29CA199}" dt="2025-07-26T13:30:14.103" v="1310" actId="14100"/>
          <ac:spMkLst>
            <pc:docMk/>
            <pc:sldMk cId="1725498079" sldId="279"/>
            <ac:spMk id="6" creationId="{78F83096-B918-7E12-2BA5-84B80EA4191C}"/>
          </ac:spMkLst>
        </pc:spChg>
        <pc:picChg chg="add mod">
          <ac:chgData name="Nguyen Tuan. Long" userId="e4e93a65-ca82-41ec-92c8-0e4fdb0a72ae" providerId="ADAL" clId="{6039F9B3-0014-447F-9049-DCAAD29CA199}" dt="2025-07-26T13:32:01.290" v="1312" actId="1076"/>
          <ac:picMkLst>
            <pc:docMk/>
            <pc:sldMk cId="1725498079" sldId="279"/>
            <ac:picMk id="9" creationId="{A9C29759-CA0E-76D7-CA71-F2ED12E374A1}"/>
          </ac:picMkLst>
        </pc:pic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542843239" sldId="280"/>
        </pc:sldMkLst>
      </pc:sldChg>
      <pc:sldChg chg="addSp delSp modSp add mod modAnim">
        <pc:chgData name="Nguyen Tuan. Long" userId="e4e93a65-ca82-41ec-92c8-0e4fdb0a72ae" providerId="ADAL" clId="{6039F9B3-0014-447F-9049-DCAAD29CA199}" dt="2025-07-28T00:34:11.596" v="1515"/>
        <pc:sldMkLst>
          <pc:docMk/>
          <pc:sldMk cId="2345126398" sldId="280"/>
        </pc:sldMkLst>
        <pc:spChg chg="mod">
          <ac:chgData name="Nguyen Tuan. Long" userId="e4e93a65-ca82-41ec-92c8-0e4fdb0a72ae" providerId="ADAL" clId="{6039F9B3-0014-447F-9049-DCAAD29CA199}" dt="2025-07-26T13:33:00.355" v="1315" actId="6549"/>
          <ac:spMkLst>
            <pc:docMk/>
            <pc:sldMk cId="2345126398" sldId="280"/>
            <ac:spMk id="3" creationId="{5AB9B948-4D8B-7CE6-C78B-6933A47C93F1}"/>
          </ac:spMkLst>
        </pc:spChg>
        <pc:spChg chg="add mod">
          <ac:chgData name="Nguyen Tuan. Long" userId="e4e93a65-ca82-41ec-92c8-0e4fdb0a72ae" providerId="ADAL" clId="{6039F9B3-0014-447F-9049-DCAAD29CA199}" dt="2025-07-26T13:38:35.550" v="1418" actId="1076"/>
          <ac:spMkLst>
            <pc:docMk/>
            <pc:sldMk cId="2345126398" sldId="280"/>
            <ac:spMk id="4" creationId="{CB9F474C-8CA1-5E01-9081-DA28C8D5CBDF}"/>
          </ac:spMkLst>
        </pc:spChg>
        <pc:spChg chg="add mod">
          <ac:chgData name="Nguyen Tuan. Long" userId="e4e93a65-ca82-41ec-92c8-0e4fdb0a72ae" providerId="ADAL" clId="{6039F9B3-0014-447F-9049-DCAAD29CA199}" dt="2025-07-27T15:07:27.996" v="1512" actId="1076"/>
          <ac:spMkLst>
            <pc:docMk/>
            <pc:sldMk cId="2345126398" sldId="280"/>
            <ac:spMk id="5" creationId="{B76ECE55-589B-E5E5-D2D8-2F09B1F8BB58}"/>
          </ac:spMkLst>
        </pc:spChg>
        <pc:spChg chg="add mod">
          <ac:chgData name="Nguyen Tuan. Long" userId="e4e93a65-ca82-41ec-92c8-0e4fdb0a72ae" providerId="ADAL" clId="{6039F9B3-0014-447F-9049-DCAAD29CA199}" dt="2025-07-26T13:35:20.893" v="1399" actId="1076"/>
          <ac:spMkLst>
            <pc:docMk/>
            <pc:sldMk cId="2345126398" sldId="280"/>
            <ac:spMk id="8" creationId="{7B35BC6E-C84B-BA87-10BE-B4BFAEBFA9B1}"/>
          </ac:spMkLst>
        </pc:spChg>
        <pc:spChg chg="add mod">
          <ac:chgData name="Nguyen Tuan. Long" userId="e4e93a65-ca82-41ec-92c8-0e4fdb0a72ae" providerId="ADAL" clId="{6039F9B3-0014-447F-9049-DCAAD29CA199}" dt="2025-07-27T15:07:22.053" v="1510" actId="1076"/>
          <ac:spMkLst>
            <pc:docMk/>
            <pc:sldMk cId="2345126398" sldId="280"/>
            <ac:spMk id="12" creationId="{4019736E-0F3B-A274-1666-490239A36C19}"/>
          </ac:spMkLst>
        </pc:spChg>
        <pc:spChg chg="add mod">
          <ac:chgData name="Nguyen Tuan. Long" userId="e4e93a65-ca82-41ec-92c8-0e4fdb0a72ae" providerId="ADAL" clId="{6039F9B3-0014-447F-9049-DCAAD29CA199}" dt="2025-07-26T13:38:27.590" v="1417" actId="403"/>
          <ac:spMkLst>
            <pc:docMk/>
            <pc:sldMk cId="2345126398" sldId="280"/>
            <ac:spMk id="16" creationId="{577ED3DD-C46A-1316-06A8-DA826BE16544}"/>
          </ac:spMkLst>
        </pc:spChg>
        <pc:picChg chg="add mod">
          <ac:chgData name="Nguyen Tuan. Long" userId="e4e93a65-ca82-41ec-92c8-0e4fdb0a72ae" providerId="ADAL" clId="{6039F9B3-0014-447F-9049-DCAAD29CA199}" dt="2025-07-26T13:35:41.414" v="1403" actId="1076"/>
          <ac:picMkLst>
            <pc:docMk/>
            <pc:sldMk cId="2345126398" sldId="280"/>
            <ac:picMk id="10" creationId="{7E192E6B-CDDC-43EA-F001-BA72714FF1EB}"/>
          </ac:picMkLst>
        </pc:picChg>
        <pc:picChg chg="add mod">
          <ac:chgData name="Nguyen Tuan. Long" userId="e4e93a65-ca82-41ec-92c8-0e4fdb0a72ae" providerId="ADAL" clId="{6039F9B3-0014-447F-9049-DCAAD29CA199}" dt="2025-07-26T13:38:04.499" v="1411" actId="1076"/>
          <ac:picMkLst>
            <pc:docMk/>
            <pc:sldMk cId="2345126398" sldId="280"/>
            <ac:picMk id="14" creationId="{FBD84F91-BC08-2E3F-15C1-9D4C7E6ED174}"/>
          </ac:picMkLst>
        </pc:picChg>
      </pc:sldChg>
      <pc:sldChg chg="addSp delSp modSp add mod">
        <pc:chgData name="Nguyen Tuan. Long" userId="e4e93a65-ca82-41ec-92c8-0e4fdb0a72ae" providerId="ADAL" clId="{6039F9B3-0014-447F-9049-DCAAD29CA199}" dt="2025-07-26T13:41:20.533" v="1441" actId="404"/>
        <pc:sldMkLst>
          <pc:docMk/>
          <pc:sldMk cId="2104768432" sldId="281"/>
        </pc:sldMkLst>
        <pc:spChg chg="add mod">
          <ac:chgData name="Nguyen Tuan. Long" userId="e4e93a65-ca82-41ec-92c8-0e4fdb0a72ae" providerId="ADAL" clId="{6039F9B3-0014-447F-9049-DCAAD29CA199}" dt="2025-07-26T13:41:20.533" v="1441" actId="404"/>
          <ac:spMkLst>
            <pc:docMk/>
            <pc:sldMk cId="2104768432" sldId="281"/>
            <ac:spMk id="2" creationId="{484C62D5-4D53-45C2-A0C8-126BC3E789F4}"/>
          </ac:spMkLst>
        </pc:spChg>
        <pc:spChg chg="mod">
          <ac:chgData name="Nguyen Tuan. Long" userId="e4e93a65-ca82-41ec-92c8-0e4fdb0a72ae" providerId="ADAL" clId="{6039F9B3-0014-447F-9049-DCAAD29CA199}" dt="2025-07-26T13:39:48.229" v="1423" actId="6549"/>
          <ac:spMkLst>
            <pc:docMk/>
            <pc:sldMk cId="2104768432" sldId="281"/>
            <ac:spMk id="3" creationId="{DD35240B-44F9-90B0-3687-182B20B0E6FF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2211172637" sldId="281"/>
        </pc:sldMkLst>
      </pc:sldChg>
      <pc:sldChg chg="modSp add mod">
        <pc:chgData name="Nguyen Tuan. Long" userId="e4e93a65-ca82-41ec-92c8-0e4fdb0a72ae" providerId="ADAL" clId="{6039F9B3-0014-447F-9049-DCAAD29CA199}" dt="2025-07-26T13:43:36.762" v="1460" actId="113"/>
        <pc:sldMkLst>
          <pc:docMk/>
          <pc:sldMk cId="891609436" sldId="282"/>
        </pc:sldMkLst>
        <pc:spChg chg="mod">
          <ac:chgData name="Nguyen Tuan. Long" userId="e4e93a65-ca82-41ec-92c8-0e4fdb0a72ae" providerId="ADAL" clId="{6039F9B3-0014-447F-9049-DCAAD29CA199}" dt="2025-07-26T13:42:54.533" v="1454" actId="20577"/>
          <ac:spMkLst>
            <pc:docMk/>
            <pc:sldMk cId="891609436" sldId="282"/>
            <ac:spMk id="3" creationId="{A5F9BF52-188E-4A72-D6A0-5928E090E2E9}"/>
          </ac:spMkLst>
        </pc:spChg>
        <pc:spChg chg="mod">
          <ac:chgData name="Nguyen Tuan. Long" userId="e4e93a65-ca82-41ec-92c8-0e4fdb0a72ae" providerId="ADAL" clId="{6039F9B3-0014-447F-9049-DCAAD29CA199}" dt="2025-07-26T13:43:36.762" v="1460" actId="113"/>
          <ac:spMkLst>
            <pc:docMk/>
            <pc:sldMk cId="891609436" sldId="282"/>
            <ac:spMk id="5" creationId="{E7B3E748-5CD8-36E0-446C-2EF8E94090DF}"/>
          </ac:spMkLst>
        </pc:spChg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419764104" sldId="282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90298834" sldId="283"/>
        </pc:sldMkLst>
      </pc:sldChg>
      <pc:sldChg chg="add">
        <pc:chgData name="Nguyen Tuan. Long" userId="e4e93a65-ca82-41ec-92c8-0e4fdb0a72ae" providerId="ADAL" clId="{6039F9B3-0014-447F-9049-DCAAD29CA199}" dt="2025-07-26T09:45:16.234" v="179"/>
        <pc:sldMkLst>
          <pc:docMk/>
          <pc:sldMk cId="2950370447" sldId="283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555865383" sldId="284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4068063068" sldId="284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1764332186" sldId="285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018386565" sldId="285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871407751" sldId="286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2196936569" sldId="286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2441246632" sldId="287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588400071" sldId="287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056420353" sldId="288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2787162737" sldId="288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844943941" sldId="289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4128525092" sldId="289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3324156373" sldId="290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3363401716" sldId="290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463469399" sldId="291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1239878196" sldId="291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1375663689" sldId="292"/>
        </pc:sldMkLst>
      </pc:sldChg>
      <pc:sldChg chg="add del">
        <pc:chgData name="Nguyen Tuan. Long" userId="e4e93a65-ca82-41ec-92c8-0e4fdb0a72ae" providerId="ADAL" clId="{6039F9B3-0014-447F-9049-DCAAD29CA199}" dt="2025-07-26T09:44:45.909" v="153" actId="47"/>
        <pc:sldMkLst>
          <pc:docMk/>
          <pc:sldMk cId="1580405988" sldId="292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2118763291" sldId="293"/>
        </pc:sldMkLst>
      </pc:sldChg>
      <pc:sldChg chg="add del">
        <pc:chgData name="Nguyen Tuan. Long" userId="e4e93a65-ca82-41ec-92c8-0e4fdb0a72ae" providerId="ADAL" clId="{6039F9B3-0014-447F-9049-DCAAD29CA199}" dt="2025-07-26T13:43:46.196" v="1461" actId="47"/>
        <pc:sldMkLst>
          <pc:docMk/>
          <pc:sldMk cId="2294484429" sldId="294"/>
        </pc:sldMkLst>
      </pc:sldChg>
      <pc:sldChg chg="addSp delSp modSp add mod">
        <pc:chgData name="Nguyen Tuan. Long" userId="e4e93a65-ca82-41ec-92c8-0e4fdb0a72ae" providerId="ADAL" clId="{6039F9B3-0014-447F-9049-DCAAD29CA199}" dt="2025-07-26T12:38:12.856" v="942" actId="1076"/>
        <pc:sldMkLst>
          <pc:docMk/>
          <pc:sldMk cId="2838894354" sldId="295"/>
        </pc:sldMkLst>
        <pc:spChg chg="mod">
          <ac:chgData name="Nguyen Tuan. Long" userId="e4e93a65-ca82-41ec-92c8-0e4fdb0a72ae" providerId="ADAL" clId="{6039F9B3-0014-447F-9049-DCAAD29CA199}" dt="2025-07-26T11:34:54.763" v="841" actId="5793"/>
          <ac:spMkLst>
            <pc:docMk/>
            <pc:sldMk cId="2838894354" sldId="295"/>
            <ac:spMk id="3" creationId="{B40E154C-9E05-7E62-DAF7-1737B28941AF}"/>
          </ac:spMkLst>
        </pc:spChg>
        <pc:spChg chg="add mod">
          <ac:chgData name="Nguyen Tuan. Long" userId="e4e93a65-ca82-41ec-92c8-0e4fdb0a72ae" providerId="ADAL" clId="{6039F9B3-0014-447F-9049-DCAAD29CA199}" dt="2025-07-26T12:38:07.781" v="941" actId="255"/>
          <ac:spMkLst>
            <pc:docMk/>
            <pc:sldMk cId="2838894354" sldId="295"/>
            <ac:spMk id="5" creationId="{ECB498B1-C514-66CA-7B01-4828B4BD2F11}"/>
          </ac:spMkLst>
        </pc:spChg>
        <pc:picChg chg="add mod">
          <ac:chgData name="Nguyen Tuan. Long" userId="e4e93a65-ca82-41ec-92c8-0e4fdb0a72ae" providerId="ADAL" clId="{6039F9B3-0014-447F-9049-DCAAD29CA199}" dt="2025-07-26T12:38:12.856" v="942" actId="1076"/>
          <ac:picMkLst>
            <pc:docMk/>
            <pc:sldMk cId="2838894354" sldId="295"/>
            <ac:picMk id="12" creationId="{DD9BAA80-C44F-3CD8-C1CD-1B8C0C3C22EC}"/>
          </ac:picMkLst>
        </pc:picChg>
      </pc:sldChg>
      <pc:sldMasterChg chg="delSldLayout">
        <pc:chgData name="Nguyen Tuan. Long" userId="e4e93a65-ca82-41ec-92c8-0e4fdb0a72ae" providerId="ADAL" clId="{6039F9B3-0014-447F-9049-DCAAD29CA199}" dt="2025-07-26T09:43:38.029" v="88" actId="47"/>
        <pc:sldMasterMkLst>
          <pc:docMk/>
          <pc:sldMasterMk cId="2499765464" sldId="2147484103"/>
        </pc:sldMasterMkLst>
        <pc:sldLayoutChg chg="del">
          <pc:chgData name="Nguyen Tuan. Long" userId="e4e93a65-ca82-41ec-92c8-0e4fdb0a72ae" providerId="ADAL" clId="{6039F9B3-0014-447F-9049-DCAAD29CA199}" dt="2025-07-26T09:43:38.029" v="88" actId="47"/>
          <pc:sldLayoutMkLst>
            <pc:docMk/>
            <pc:sldMasterMk cId="2499765464" sldId="2147484103"/>
            <pc:sldLayoutMk cId="1570863966" sldId="2147484116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3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1362 78 2364,'3'0'1948,"-2"1"-1727,-1-1-1,0 0 1,1 0-1,-1 0 1,0 0 0,1 0-1,-1 0 1,0 0 0,0 0-1,1 0 1,-1 0-1,0 0 1,1 0 0,-1 0-1,0 0 1,1 0 0,3-3 3308,-4 3-3308,0 0 0,0-1-1,0 1 1,0 0 0,1 0-1,-1-1 1,0 1-1,0 0 1,0-1 0,0 1-216,1 0 1,-1 0-1,0 0 1,0-1-1,1 1 1,-1 0 0,0 0-1,1 0 1,-1 0-1,0 0 1,0 0 0,1 0-1,-1 0 1,0 0-1,1 0 1,-1 0-1,0 0 1,1 0 0,-1 0-1,0 0 1,0 1-1,1-1 1,-1 0-1,0 0 1,1 0 0,-1 0-1,0 0 1,1 1-1,1 2 76,-7-2 1,5-1-19,-3 4 372,-3-10 52,9 3-111,-13 6 15,7-2-215,4 0-122,-1-1-32,0 0-66,-2 0 45,2 0-4,0 1 7,0 2 0,0-2 59,-3 8 423,0-16 7,3 5-338,0 2-129,0-1-1,0 1 1,0-1 0,0 1-1,-1 0 1,1-1-1,0 1 1,0-1 0,0 1-1,-1-1 1,1 1-1,0-1 1,0 1 0,-1 0-1,1-1 1,0 1-1,-1 0 1,1-1-1,0 1 1,-1 0 0,1-1-1,-1 1 1,1 0-1,0 0 1,-1 0 0,1-1-1,-1 1 1,1 0-1,-1 0 1,1 0 0,-1 0-1,1 0 1,-1 0-1,1 0 1,-1 0 0,1 0-1,-1 0 1,0 0-1,-13-4 383,11 2-388,1 0 0,-1 0 0,0 1 0,0-1 0,0 1 0,-5-2 0,-10-5-30,2 5-11,15 4 20,0-1-1,0 0 1,-1 0-1,1 0 1,0-1-1,0 1 1,0 0-1,0 0 1,0-1-1,0 1 1,0 0-1,-2-2 1,1 1-2,-1-1 1,1 1 0,-1 0 0,1 0-1,-1 0 1,1 0 0,-5-1 0,-21-7-16,24 7 18,1 1 0,-1 0 0,0 0 1,0 1-1,-7-1 0,-17-4-13,11 4 4,16 1 9,0 0 0,0 0 0,0 0 0,1 0 0,-1 0 0,0 0-1,0 0 1,0 0 0,0 0 0,1 0 0,-1 0 0,0 0 0,0-1 0,0 1 0,1 0-1,-1-1 1,0 1 0,0 0 0,1-1 0,-1 1 0,0-1 0,1 1 0,-1-1 0,1 1-1,-1-1 1,0 0 0,1 1 0,-1-1 0,1 0 0,-1-1 0,-19 13-17,-208-11 26,214 2-7,13-2-5,0 1 1,-1-1-1,1 0 0,0 0 1,0 0-1,-1 0 0,1 0 1,0 0-1,0 0 0,-1 0 0,1 0 1,0-1-1,-2 0 0,-1 1 5,1-1-1,0 1 0,-1 0 0,1 0 0,-1 0 0,1 1 0,0-1 1,-1 1-1,1-1 0,-5 3 0,-22 3 10,19-6-13,0 1 0,-1 0 0,1 1 1,1 0-1,-18 6 0,-44 18-47,43-19 57,23-6-5,0 1-1,0-1 1,0 1 0,1 0-1,-8 3 1,-13 7-15,21-10 12,0 0 0,1 0-1,-1 1 1,1-1-1,-1 1 1,1 0-1,-5 4 1,-3-2 1,-1 2 1,9-4-3,0 1 0,0-1 0,-1 0 0,1 0 0,-1-1 0,0 1 0,1-1 1,-1 0-1,-8 2 0,-15 8-2,11-4-3,1 0 23,-26 17 0,38-22-22,2-2 2,1 0 0,0 0 0,-1 0-1,1 0 1,0 0 0,-1 0 0,1 1-1,0-1 1,0 0 0,-1 4 0,-2-1 1,1 0-1,0 0 1,-1-1 0,0 1 0,0-1 0,0 0 0,0 0 0,-6 3 0,-3 3-7,-1 3-3,11-9 10,1-1-1,-1 1 1,0-1-1,0 0 1,0 0-1,-6 3 1,2 0 7,0 0 0,0 0-1,1 1 1,-10 9 0,15-14-1,-16 17-14,2 0 0,0 0 0,-14 23 0,22-31-29,6-9 36,0 0 1,0 0-1,0 0 1,0 0-1,1 0 1,-1 0-1,0 0 1,1 0-1,-1 1 1,1-1-1,-1 0 1,1 0-1,0 1 1,-1-1-1,1 0 1,0 3-1,-1 2 0,1 0 0,-1-1 0,-1 1 0,1-1 0,-1 1 0,-3 6 0,3-7 1,0 0-1,0 1 0,1 0 0,-1-1 0,1 1 0,0 7 0,0 10-7,0-19 10,0 0-1,1-1 1,0 1-1,0 0 0,0-1 1,0 1-1,1 0 1,-1-1-1,1 1 1,0-1-1,2 5 1,28 29-46,-6 0 61,-18-27-9,0 1 0,0-1 0,1 0 0,0-1 0,0 1 1,17 12-1,-14-8 6,-10-13-10,0 1-1,0 0 1,0-1-1,1 1 0,-1-1 1,0 1-1,1-1 1,-1 0-1,4 3 0,20 13 3,-19-12-5,0-1 0,-1 0 0,1-1 1,1 1-1,-1-1 0,12 4 0,43 19 31,-3-10-6,16 4-7,-35-9-24,-32-8 7,1-1-1,-1 1 1,0-2-1,1 1 1,13 0-1,-14-1 3,1 0 0,-1 0 0,0 0 0,8 3 0,-8-2-4,-1 0 0,1-1 0,0 1 0,8-1-1,35 9-8,40 0 20,490-10 1,-556-10 1,12 2 32,-24 5-31,95-31 110,-46 17-87,-45 10-19,-11 4-11,0 1 1,0 0-1,0 1 0,1-1 1,-1 1-1,10-1 0,-11 1-3,0 0 0,1 0 0,-1 0 0,0-1 1,0 1-1,0-1 0,0 0 0,0 0 0,0-1 0,5-4 0,13-6 48,-18 12-25,-1-1 0,1 0 0,-1 1-1,1-1 1,-1 0 0,0-1 0,0 1 0,0-1 0,-1 1 0,1-1-1,0 0 1,-1 0 0,0 0 0,4-6 0,-5 8-22,0-1 0,-1 1 0,1 0 0,0 0-1,0 0 1,0 1 0,0-1 0,0 0 0,0 0 0,0 0 0,0 1 0,0-1 0,0 0 0,0 1 0,1-1 0,0 0 0,16-10 1,-15 8-2,0 0 1,0 0 0,0 0-1,0 0 1,1 1-1,-1-1 1,9-3-1,-11 6 0,1-1-1,-1 1 0,0-1 0,1 1 0,-1-1 1,0 0-1,1 0 0,-1 1 0,0-1 0,0 0 1,1 0-1,-1 0 0,0-1 0,0 1 0,0 0 1,-1 0-1,1-1 0,0 1 0,0 0 0,-1-1 1,1 1-1,0-2 0,2-3 50,0 3 43,0-5-19,-3 6-59,1-1 1,0 1 0,-1-1 0,1 1-1,0 0 1,0-1 0,0 1-1,0 0 1,1 0 0,1-3 0,8-17 155,-5-3-2,-4 21-153,0-1 0,-1 0 0,0 0 0,0 1 0,0-1 0,-1-5 0,6-22 311,-3 23-271,-3 8-56,0 1 0,0-1 0,0 1 1,1 0-1,-1-1 0,0 1 0,0-1 0,0 1 1,0-1-1,0 1 0,0-1 0,0 1 0,0-1 0,0 1 1,0-1-1,0 1 0,0-1 0,0 1 0,0-1 0,0 1 1,0-1-1,0 1 0,-1 0 0,1-1 0,0 1 0,0-1 1,-1 1-1,1-1 0,0 1 0,-1 0 0,1-1 0,-1 0 1,-2-2 2,1 0 0,0-1 0,-1 0 0,1 1 0,0-1 0,1 0 0,-3-6 0,-3-6 29,-7-20 100,3 12-115,9 19-22,0 0 0,0 0 1,-1 0-1,0 0 0,0 0 0,0 1 1,0-1-1,-5-4 0,-35-38-19,17 27 38,18 13-18,-1 1 0,1-2 1,-7-7-1,-11-16 20,25 30-17,0 0 1,0 0 0,0 0-1,0 0 1,0 0 0,-1 0 0,1 0-1,0 1 1,0-1 0,-1 0 0,-1 0-1,1 0 0,1 1-1,-1-1 0,1 1 1,0-1-1,0 0 0,-1 0 1,1 1-1,0-1 0,0 0 1,0 0-1,0 0 0,0 0 1,0 0-1,0-1 0,0 1 1,0 0-1,1 0 0,-2-3 1,1 1 0,-1 0 1,0 0-1,0 0 1,0 0 0,0 0-1,0 1 1,0-1-1,-1 1 1,1-1 0,-1 1-1,0 0 1,0 0-1,1 0 1,-1 0 0,-1 0-1,1 1 1,-3-2 0,-9-5-26,-14-12-21,-12-1 40,31 16-7,7 3 10,0 1 1,0 0 0,1 0 0,-1 0 0,0 0 0,0 0-1,0 1 1,0-1 0,0 1 0,-6-1 0,-51 1-43,23-5 134,29 6-100,7-1 9,0 0 0,0 1 0,0-1 0,0 0 0,0 0 0,0 0 0,-1 0 0,1 0 0,0 0-1,0 0 1,0 0 0,0-1 0,0 1 0,0 0 0,0-1 0,0 1 0,0-1 0,0 1 0,0-1 0,0 1 0,0-1 0,-1-1 0,2 1 3,0 1-1,0 0 0,0 0 1,0-1-1,0 1 0,-1 0 1,1 0-1,0-1 1,0 1-1,0 0 0,0 0 1,0 0-1,0-1 0,-1 1 1,1 0-1,0 0 0,0 0 1,0 0-1,-1 0 1,1-1-1,0 1 0,0 0 1,0 0-1,-1 0 0,1 0 1,0 0-1,0 0 0,-1 0 1,1 0-1,0 0 1,0 0-1,0 0 0,-1 0 1,1 0-1,0 0 0,0 0 1,-1 0-1,1 0 0,0 0 1,-1 0-1,1 0 21,0 0-14,56-5-3104,-25 3 1243,0-1-1,46-11 0,-16 3-1131,-13 5-39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3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136 202 2912,'-35'-3'9390,"-2"1"-7387,35 0-1951,-1 1 1,1-1-1,-1 0 0,1 0 1,-1 0-1,1 0 1,0 0-1,0 0 1,0 0-1,0-1 1,1 1-1,-3-5 1,0 1 90,0-1-54,0 0 0,1 0 0,0-1 0,0 1 0,0-1 0,-1-11 0,-1 0 42,4 2 31,1 16-155,0 0-1,0 1 0,0-1 0,0 1 1,0-1-1,0 1 0,0-1 0,0 1 1,0-1-1,0 1 0,1-1 0,-1 1 1,0-1-1,0 1 0,0 0 0,1-1 1,-1 1-1,0-1 0,1 1 0,-1-1 1,0 1-1,1 0 0,-1-1 0,0 1 1,1 0-1,-1-1 0,2 1 0,1-7 130,-3 6-130,0 1 0,0-1 0,1 0 0,-1 1 0,0-1 1,0 0-1,1 1 0,-1-1 0,0 0 0,1 1 1,-1-1-1,1 0 0,-1 1 0,1-1 0,-1 1 0,1-1 1,-1 1-1,1-1 0,-1 1 0,1 0 0,0-1 0,-1 1 1,2-1-1,2-1 16,0 0 0,0-1 0,0 1 0,-1-1 0,7-6 0,-10 8-22,1 1-1,-1-1 1,0 1-1,1 0 1,-1-1 0,0 1-1,1 0 1,-1-1 0,0 1-1,1 0 1,-1 0 0,1 0-1,-1-1 1,1 1 0,-1 0-1,0 0 1,1 0 0,-1 0-1,1 0 1,-1-1 0,1 1-1,-1 0 1,1 0-1,-1 0 1,1 0 0,-1 1-1,1-1 1,0 0 0,18 8 9,12 15 12,-29-21-21,0 1 1,0-1-1,-1 1 1,1-1 0,-1 1-1,1-1 1,0 5-1,-1-5 2,1 1-1,-1 0 1,0-1-1,1 1 1,-1-1-1,1 0 1,2 3 0,-2-2-2,0-1 1,0 1 0,-1-1 0,0 1-1,1 0 1,-1 0 0,0-1 0,0 1-1,-1 0 1,1 0 0,-1 0 0,1 3 0,2 38 9,-3 79 29,-1-117-29,0 1 1,0-1-1,0 0 1,-3 7-1,-3 16 75,3-13-4,0 0 0,-9 22 0,10-32-57,-10 20 101,8-16-86,1 1 6,4-8-38,0-1 0,-1 1 0,1-1 0,-1 1 0,0-1 0,1 0 0,-1 0 0,0 1 0,-1-1 1,1 0-1,0 0 0,-3 3 0,2-3 0,0 1 0,1-1-1,-1 0 1,1 1 0,0 0 0,0-1 0,-2 6 0,1-1 32,-1 0 1,1 1-1,-2-1 0,-4 8 1,7-13-21,1 0 0,-1 0 1,1 0-1,-1 0 0,1 0 1,0 0-1,-1 0 0,1-1 1,1 5-1,-1-3 9,0-2-7,-3 14 378,5-36 960,-2 21-1343,1-1-1,-1 1 1,0-1 0,0 0-1,1 1 1,-1-1 0,0 1-1,1-1 1,-1 1-1,1 0 1,-1-1 0,1 1-1,-1-1 1,1 1 0,-1 0-1,1-1 1,-1 1 0,1 0-1,-1 0 1,1-1 0,-1 1-1,1 0 1,0 0 0,-1 0-1,1 0 1,-1 0 0,1 0-1,1 0 1,8-12-332,1 10-654,1-1 1,-1 1 0,1 1-1,-1 0 1,22 1 0,-21 0-1219,-4 1 144,-2 3-447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40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68 5729,'-14'0'6121,"-9"0"-1592,23 0-4416,-17 16 211,13-12-332,0 0-1,1 0 1,0 0-1,0 1 1,0 0 0,-4 9-1,5-11 11,1 0-1,0 1 1,0-1 0,0 0-1,0 1 1,0-1-1,1 0 1,0 1 0,-1-1-1,1 1 1,0-1 0,2 7-1,-2-10 10,0 0 1,0 0-1,0 1 0,0-1 0,0 0 1,1 0-1,-1 0 0,0 0 0,0 0 1,0 0-1,0 1 0,1-1 0,-1 0 1,0 0-1,0 0 0,0 0 0,1 0 1,-1 0-1,0 0 0,0 0 0,0 0 0,1 0 1,-1 0-1,0 0 0,0 0 0,0 0 1,1 0-1,-1 0 0,0 0 0,0 0 1,0 0-1,0 0 0,1-1 0,-1 1 1,0 0-1,0 0 0,0 0 0,0 0 1,1 0-1,-1 0 0,0-1 0,0 1 1,0 0-1,0 0 0,0 0 0,0 0 0,1-1 1,-1 1-1,0 0 0,0 0 0,0 0 1,0 0-1,0-1 0,0 1 0,8-12 903,-4 7-811,-1-1 1,-1 0 0,1-1 0,-1 1-1,0 0 1,0-1 0,-1 1 0,0-1-1,0 1 1,0-1 0,-1 0 0,0 1-1,0-1 1,-2-7 0,2 14-145,0 0 0,0 0 0,-1 0 0,1 0 1,0 0-1,0 0 0,0-1 0,0 1 0,0 0 0,0 0 1,0 0-1,0 0 0,-1 0 0,1-1 0,0 1 0,0 0 0,0 0 1,0 0-1,0 0 0,0-1 0,0 1 0,0 0 0,0 0 1,0 0-1,0 0 0,0-1 0,0 1 0,0 0 0,1 0 0,-1 0 1,0 0-1,0-1 0,0 1 0,0 0 0,0 0 0,0 0 1,0 0-1,0 0 0,0-1 0,1 1 0,-1 0 0,0 0 0,0 0 1,0 0-1,0 0 0,0 0 0,1 0 0,-1 0 0,0 0 1,0-1-1,1 1-65,-1 0 0,0 0 0,1 0 0,-1 0 0,1 0 0,-1-1 0,0 1 0,1 0 0,-1 0 0,0 0 0,1-1 0,-1 1 0,0 0 0,0-1 0,1 1 0,-1 0 0,0 0 0,0-1 0,0 1 0,1-1 0,-1 1 0,0 0 0,0-1 0,0 1 0,0 0 0,0-1 0,0 1 0,1-1 0,-1-1-443,1-1 0,0 1 0,0 0 0,0 0 0,0 0-1,0 0 1,0 0 0,1 0 0,-1 0 0,1 0 0,-1 0 0,1 1-1,4-4 1,7-5-3876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41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61 312 3856,'-13'-6'8662,"-1"-9"-6400,-8-16-1969,20 23-219,0 1 0,0-1-1,0 1 1,1-1 0,0-12-1,0 12-25,0 1-40,1 1-1,0 0 1,1 0-1,-1-1 1,1 1-1,0 0 1,1 0-1,0 0 1,0 0-1,0 0 1,0 0-1,1 1 1,0-1-1,0 1 0,1-1 1,-1 1-1,1 0 1,0 1-1,1-1 1,-1 1-1,1 0 1,0 0-1,0 0 1,9-5-1,13-8-16,-22 13 13,1 0 0,0 0 0,-1 1 0,1-1 0,0 1 0,1 1-1,-1-1 1,0 1 0,1 0 0,6-1 0,-1 2 6,-11 0-10,1 1 1,-1 0 0,0 0 0,0 0 0,0 0-1,0 0 1,0 0 0,0 0 0,0 0-1,0 0 1,0 0 0,0 0 0,1 1 0,0 0-1,16 2 18,-10 0-1,-6 16-26,0 21 48,-1-29-25,0 0 0,-1-1 0,0 1 0,-3 15 0,0-10-7,-2 10 28,0 0 1,-15 41 0,-1-22 21,12-27-5,1 1 0,-9 31 0,11-26 66,-1 1-1,-1-1 1,-16 33 0,17-44 0,1 0 0,0 0 0,-6 24 0,4-20-52,7-15-41,-1 1 1,1-1-1,0 1 1,0-1 0,0 1-1,0 0 1,1-1-1,-1 1 1,1 0-1,-1 5 1,1-9-30,0 1 1,0 0-1,1 0 0,-1 0 1,0-1-1,0 1 1,0 0-1,0 0 0,1 0 1,-1-1-1,0 1 1,0 0-1,0 0 0,1 0 1,-1 0-1,0-1 0,0 1 1,1 0-1,-1 0 1,0 0-1,0 0 0,1 0 1,-1 0-1,0 0 1,0 0-1,1 0 0,-1 0 1,0 0-1,0 0 0,1 0 1,-1 0-1,0 0 1,0 0-1,1 0 0,-1 0 1,0 0-1,0 0 0,1 1 1,-1-1-1,0 0 1,0 0-1,1 0 0,-1 0 1,0 0-1,0 1 1,1-1-1,17 10-730,-12-7 356,21 15-2165,-9-6-4285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41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73 3284,'0'22'10142,"0"12"-8315,0-34-1168,-6-18 1994,6 18-2347,0 1-283,0 0 0,0 0 0,0-1-1,-1 1 1,1 0 0,0-1 0,0 1 0,0-1 0,-1 1 0,1 0 0,0-1 0,-1 1 0,1-1 0,-1 1 0,1-1 0,-1 1 0,1-1 0,-1 1 0,1-1-1,-1 1 1,0-1 12,1 0-24,0 0-1,0 0 0,0 0 1,0 0-1,0 0 1,0 0-1,0 0 0,0 0 1,0 0-1,0 0 1,1 0-1,-1 0 0,0 0 1,0 0-1,0 0 1,0 0-1,0 0 0,0 0 1,0 0-1,0 0 1,0 0-1,0 0 0,1 0 1,-1 0-1,0 0 1,0 0-1,0 0 1,0 0-1,0 0 0,0 0 1,0 0-1,0 0 1,0 0-1,0 1 0,0-1 1,0 0-1,0 0 1,1 0-1,-1 0 0,0 0 1,0 0-1,0 0 1,0 0-1,0 0 0,0 0 1,0 0-1,0 1 1,0-1-1,0 0 1,0 0-1,0 0 0,0 0 1,0 0-1,0 0 1,0 0-1,0 0 0,0 0 1,0 0-1,0 1 1,0-1-1,0 0 0,-1 0 1,4-7 583,-3 6-256,19-24-3476,54-48-4907,-50 53 5350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42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50 289 4300,'-8'-21'6137,"-3"-1"-3685,-8-18-1432,17 31-932,-1 0 0,1 0 1,1 0-1,-1 0 0,1 0 1,1 0-1,0-1 0,0 1 1,2-9-1,-1 14-64,0 0-1,-1 1 0,1-1 1,1 0-1,-1 1 1,0-1-1,1 1 0,0-1 1,0 1-1,0 0 1,0 0-1,0 0 0,1 0 1,-1 0-1,1 1 1,0-1-1,0 1 1,0-1-1,0 1 0,0 0 1,0 0-1,1 1 1,-1-1-1,7-1 0,56-25 227,-60 27-240,0 0 0,0 0-1,0 0 1,0 1-1,0 0 1,0 0-1,1 0 1,-1 1-1,0 0 1,0 0 0,0 1-1,6 2 1,20 3 18,-26-5-25,0 0-1,1 0 1,-2 1-1,1 0 1,0 0-1,-1 0 1,1 0 0,-1 1-1,0 0 1,0 0-1,7 9 1,-9-9 5,-1-1 1,0 0-1,-1 0 0,1 1 1,-1 0-1,1-1 0,-1 1 1,0-1-1,0 1 0,-1 0 1,1 0-1,-1 0 0,0 0 1,0-1-1,0 1 1,0 0-1,-1 0 0,0 5 1,-3 10 65,-1 1 0,-9 22 0,11-34-49,-16 39 140,-33 59-1,22-49-113,23-43-143,-4 6 171,2 1 0,0 0 0,-10 35 0,18-50-188,0 0-1,0 1 1,0-1 0,1 0 0,0 0-1,0 1 1,0-1 0,1 0 0,0 1-1,0-1 1,1 0 0,-1 0-1,1 0 1,1 0 0,-1 0 0,1-1-1,6 10 1,-8-13-340,1 0 0,-1-1 0,0 1 0,0 0-1,0 0 1,0 0 0,0 0 0,-1 0 0,1 0 0,0 0 0,-1 0 0,0 0 0,1 1 0,-1 3-1,0 3-2919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2:41:4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6045,'12'0'13543,"-27"4"-12844,13-3-700,1 0-13,0 0 0,0 0 0,0 0 0,0-1 0,1 1-1,-1 0 1,0 0 0,0 0 0,1 0 0,-1 0-1,1 1 1,-1-1 0,1 0 0,-1 0 0,1 0 0,0 0-1,0 1 1,-1-1 0,1 0 0,0 0 0,0 2-1,0-2 55,1-2 15,-1 1 0,0 0 0,1-1 0,-1 1 0,0 0 0,1-1 0,-1 1 0,0 0 1,1-1-1,-1 1 0,0-1 0,0 1 0,1 0 0,-1-1 0,0 1 0,0-1 0,0 1 0,0-1 0,0 1 0,0-1 0,0 1 0,1-1 1,-1 1-1,-1-1 0,1 1 0,0-1 0,0 1 0,0-1 0,0 1 0,0 0 0,0-1 0,0 1 0,-1-1 0,1 1 0,0-1 1,0 1-1,-1 0 0,1-1 0,0 1 0,-1-1 0,1 1 0,0 0 0,-1-1 0,1 1 0,0 0 0,-1 0 0,1-1 0,-1 1 0,1 0 1,-1 0-1,1 0 0,0-1 0,-1 1 0,1 0 0,-1 0 0,1 0 0,-2 0 0,2 0-86,0 1 0,0 0 0,-1-1-1,1 1 1,0-1 0,0 1 0,0-1 0,0 1 0,0-1-1,0 1 1,0-1 0,0 1 0,0 0 0,0-1-1,0 1 1,0-1 0,0 1 0,0-1 0,0 1 0,0-1-1,1 1 1,-1-1 0,0 1 0,6 15-1939,0-12-3161,-6-4 4904,0 0 1,1 0-1,-1 0 1,1 0-1,-1 0 1,0 0-1,1 0 1,-1 0-1,0 0 1,1 0-1,-1-1 1,0 1-1,0 0 1,1 0-1,-1 0 1,18-7-3225,-4-3-493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719FD-B48E-44B9-BD2C-F9D1984D52DB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73BF4-F2AF-410C-9477-673E09626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56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73BF4-F2AF-410C-9477-673E09626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362449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F2EC18D7-2AD4-4E37-9003-9536FA6A0C8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1252510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Dr.</a:t>
                      </a:r>
                      <a:r>
                        <a:rPr lang="en-GB" sz="2000">
                          <a:solidFill>
                            <a:srgbClr val="073851"/>
                          </a:solidFill>
                        </a:rPr>
                        <a:t> Nguyen </a:t>
                      </a: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Tuan Long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F477654-3A52-14EC-268C-DD54D8779EEA}"/>
              </a:ext>
            </a:extLst>
          </p:cNvPr>
          <p:cNvSpPr txBox="1"/>
          <p:nvPr userDrawn="1"/>
        </p:nvSpPr>
        <p:spPr>
          <a:xfrm>
            <a:off x="6603023" y="1552552"/>
            <a:ext cx="5588977" cy="707886"/>
          </a:xfrm>
          <a:prstGeom prst="rect">
            <a:avLst/>
          </a:prstGeom>
          <a:solidFill>
            <a:srgbClr val="0D4261"/>
          </a:solidFill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D842"/>
                </a:solidFill>
              </a:rPr>
              <a:t>Data science</a:t>
            </a:r>
            <a:endParaRPr lang="en-US" sz="4000" dirty="0">
              <a:solidFill>
                <a:srgbClr val="FFD8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41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8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1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5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02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2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 userDrawn="1"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14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6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299529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 userDrawn="1"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81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60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5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 userDrawn="1"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765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1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  <p:sldLayoutId id="214748411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image" Target="../media/image14.png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AE50545-3322-4312-B0BF-5362D10AB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79633"/>
            <a:ext cx="12192000" cy="1066801"/>
          </a:xfrm>
        </p:spPr>
        <p:txBody>
          <a:bodyPr>
            <a:noAutofit/>
          </a:bodyPr>
          <a:lstStyle/>
          <a:p>
            <a:r>
              <a:rPr lang="en-US" sz="4800" dirty="0"/>
              <a:t>Lesson 3: </a:t>
            </a:r>
            <a:r>
              <a:rPr lang="en-US" sz="4800" dirty="0" err="1"/>
              <a:t>Phân</a:t>
            </a:r>
            <a:r>
              <a:rPr lang="en-US" sz="4800" dirty="0"/>
              <a:t> </a:t>
            </a:r>
            <a:r>
              <a:rPr lang="en-US" sz="4800" dirty="0" err="1"/>
              <a:t>khúc</a:t>
            </a:r>
            <a:r>
              <a:rPr lang="en-US" sz="4800" dirty="0"/>
              <a:t> </a:t>
            </a:r>
            <a:r>
              <a:rPr lang="en-US" sz="4800" dirty="0" err="1"/>
              <a:t>khách</a:t>
            </a:r>
            <a:r>
              <a:rPr lang="en-US" sz="4800" dirty="0"/>
              <a:t> </a:t>
            </a:r>
            <a:r>
              <a:rPr lang="en-US" sz="4800" dirty="0" err="1"/>
              <a:t>hàng</a:t>
            </a:r>
            <a:r>
              <a:rPr lang="en-US" sz="4800" dirty="0"/>
              <a:t> </a:t>
            </a:r>
            <a:r>
              <a:rPr lang="en-US" sz="4800" dirty="0" err="1"/>
              <a:t>theo</a:t>
            </a:r>
            <a:r>
              <a:rPr lang="en-US" sz="4800" dirty="0"/>
              <a:t> K-Means </a:t>
            </a:r>
            <a:r>
              <a:rPr lang="en-US" sz="4800" dirty="0" err="1"/>
              <a:t>dựa</a:t>
            </a:r>
            <a:r>
              <a:rPr lang="en-US" sz="4800" dirty="0"/>
              <a:t> </a:t>
            </a:r>
            <a:r>
              <a:rPr lang="en-US" sz="4800" dirty="0" err="1"/>
              <a:t>vào</a:t>
            </a:r>
            <a:r>
              <a:rPr lang="en-US" sz="4800" dirty="0"/>
              <a:t> RFM</a:t>
            </a:r>
          </a:p>
        </p:txBody>
      </p:sp>
      <p:pic>
        <p:nvPicPr>
          <p:cNvPr id="5" name="Picture 2" descr="Khoa Toán kinh tế NEU - Home | Facebook">
            <a:extLst>
              <a:ext uri="{FF2B5EF4-FFF2-40B4-BE49-F238E27FC236}">
                <a16:creationId xmlns:a16="http://schemas.microsoft.com/office/drawing/2014/main" id="{457E6992-B6C3-4286-87C3-2C878A412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08" y="144266"/>
            <a:ext cx="1066801" cy="106680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softEdge rad="127000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60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3C9DBF5E-2388-4891-A741-1F2CD76B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Nội</a:t>
            </a:r>
            <a:r>
              <a:rPr lang="en-US" dirty="0">
                <a:latin typeface="+mn-lt"/>
              </a:rPr>
              <a:t> dung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AD09891F-E406-4ACA-9FA6-9A677D93DA06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7C2A24D-122E-8CAD-6E54-FC9FC83DA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2099412"/>
            <a:ext cx="11110431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khúc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RFM.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2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Case Study #1 -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RFM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3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K-Means - Phương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4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Case Study #2 -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K-Means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19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84B83-4F36-CBAC-D7D0-0FDC0BD4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3EB4B40-81E3-BA75-5EC6-A8E5ECA0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Mục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tiêu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Buổi</a:t>
            </a:r>
            <a:r>
              <a:rPr lang="en-US" dirty="0">
                <a:latin typeface="+mn-lt"/>
              </a:rPr>
              <a:t> học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25D553EB-DB28-9885-EE9A-1FD59F15DA7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024D4-617B-8885-B8C1-76F236C23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🎯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Hiểu và xây dựng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được mô hình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Phân khúc Khách hàng RFM.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🎯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Hiểu được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nguyên lý cơ bản của thuật toán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K-Means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🎯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Áp dụng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K-Means để phân cụm khách hàng một cách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tự động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🎯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Diễn giải kết quả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từ các mô hình để đưa ra các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đề xuất kinh doanh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49C4-DB1F-BC31-ED9D-6730ED33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2F75BCD0-058C-4C56-F2DE-8C4ED597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Phần</a:t>
            </a:r>
            <a:r>
              <a:rPr lang="en-US" dirty="0">
                <a:latin typeface="+mn-lt"/>
              </a:rPr>
              <a:t> 1: </a:t>
            </a:r>
            <a:r>
              <a:rPr lang="en-US" dirty="0" err="1">
                <a:latin typeface="+mn-lt"/>
              </a:rPr>
              <a:t>Giới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thiệu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khúc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Khách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hàng</a:t>
            </a:r>
            <a:r>
              <a:rPr lang="en-US" dirty="0">
                <a:latin typeface="+mn-lt"/>
              </a:rPr>
              <a:t> &amp; </a:t>
            </a:r>
            <a:r>
              <a:rPr lang="en-US" dirty="0" err="1">
                <a:latin typeface="+mn-lt"/>
              </a:rPr>
              <a:t>Mô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hình</a:t>
            </a:r>
            <a:r>
              <a:rPr lang="en-US" dirty="0">
                <a:latin typeface="+mn-lt"/>
              </a:rPr>
              <a:t> RFM.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A7CEAB05-6A6C-1BF6-EECD-E06BA09E99F0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E707B-B25C-A3BA-12B8-514EB9000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🎯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TẠI SAO CẦN PHÂN KHÚC KHÁCH HÀNG?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vi-VN" sz="2400" i="1" dirty="0">
                <a:latin typeface="Arial" panose="020B0604020202020204" pitchFamily="34" charset="0"/>
                <a:cs typeface="Arial" panose="020B0604020202020204" pitchFamily="34" charset="0"/>
              </a:rPr>
              <a:t>Tầm quan trọng trong kinh doanh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📈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Mô hình RFM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– Phương pháp kinh điển &amp; hiệu quả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🔁 </a:t>
            </a:r>
            <a:r>
              <a:rPr lang="vi-V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– Recency:</a:t>
            </a:r>
            <a:r>
              <a:rPr lang="vi-V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Lần cuối khách hàng mua hàng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🔂 </a:t>
            </a:r>
            <a:r>
              <a:rPr lang="vi-V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– Frequency:</a:t>
            </a:r>
            <a:r>
              <a:rPr lang="vi-V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Tần suất mua hàng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💰 </a:t>
            </a:r>
            <a:r>
              <a:rPr lang="vi-V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– Monetary:</a:t>
            </a:r>
            <a:r>
              <a:rPr lang="vi-V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Giá trị chi tiêu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8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BCDD-7C7F-26B3-C9F9-F235039F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4A314BB-15C2-9EFE-63B1-BA82F6D1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Tại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sao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phải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khúc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Khách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hàng</a:t>
            </a:r>
            <a:r>
              <a:rPr lang="en-US" dirty="0">
                <a:latin typeface="+mn-lt"/>
              </a:rPr>
              <a:t>?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0353F628-882C-EF2C-275F-4370213F169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72330-9DD8-EB51-1B7A-A02B455DE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🎯 </a:t>
            </a:r>
            <a:r>
              <a:rPr lang="vi-VN" sz="2600" b="1" dirty="0"/>
              <a:t>Thực tế:</a:t>
            </a:r>
            <a:r>
              <a:rPr lang="en-US" sz="2600" b="1" dirty="0"/>
              <a:t> </a:t>
            </a:r>
            <a:r>
              <a:rPr lang="vi-VN" sz="2600" b="1" dirty="0"/>
              <a:t>“Không phải tất cả khách hàng đều như nhau.”</a:t>
            </a:r>
            <a:endParaRPr lang="vi-VN" sz="2600" dirty="0"/>
          </a:p>
          <a:p>
            <a:endParaRPr lang="en-US" sz="1200" dirty="0"/>
          </a:p>
          <a:p>
            <a:r>
              <a:rPr lang="en-US" sz="2400" dirty="0"/>
              <a:t>👥 </a:t>
            </a:r>
            <a:r>
              <a:rPr lang="vi-VN" sz="2400" b="1" dirty="0"/>
              <a:t>Phân khúc Khách hàng là gì?</a:t>
            </a:r>
            <a:br>
              <a:rPr lang="vi-VN" sz="2400" dirty="0"/>
            </a:br>
            <a:r>
              <a:rPr lang="vi-VN" sz="2400" i="1" dirty="0">
                <a:solidFill>
                  <a:schemeClr val="accent1">
                    <a:lumMod val="75000"/>
                  </a:schemeClr>
                </a:solidFill>
              </a:rPr>
              <a:t>Là quá trình chia tập hợp khách hàng thành các nhóm nhỏ hơn có đặc điểm, nhu cầu hoặc hành vi tương tự nhau.</a:t>
            </a:r>
            <a:endParaRPr lang="en-US" sz="2400" i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vi-VN" sz="1300" dirty="0"/>
          </a:p>
          <a:p>
            <a:r>
              <a:rPr lang="en-US" sz="2400" dirty="0"/>
              <a:t>🎯 </a:t>
            </a:r>
            <a:r>
              <a:rPr lang="vi-VN" sz="2400" b="1" dirty="0"/>
              <a:t>Mục tiêu của Phân khúc Khách hàng:</a:t>
            </a:r>
            <a:endParaRPr lang="vi-VN" sz="2400" dirty="0"/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📬 </a:t>
            </a:r>
            <a:r>
              <a:rPr lang="vi-VN" sz="2200" b="1" dirty="0">
                <a:solidFill>
                  <a:schemeClr val="tx1"/>
                </a:solidFill>
              </a:rPr>
              <a:t>Tiếp thị Cá nhân hóa</a:t>
            </a:r>
            <a:r>
              <a:rPr lang="vi-VN" sz="2200" dirty="0">
                <a:solidFill>
                  <a:schemeClr val="tx1"/>
                </a:solidFill>
              </a:rPr>
              <a:t> – Gửi các thông điệp, ưu đãi phù hợp với từng nhóm.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💸 </a:t>
            </a:r>
            <a:r>
              <a:rPr lang="vi-VN" sz="2200" b="1" dirty="0">
                <a:solidFill>
                  <a:schemeClr val="tx1"/>
                </a:solidFill>
              </a:rPr>
              <a:t>Tối ưu hóa Chi phí</a:t>
            </a:r>
            <a:r>
              <a:rPr lang="vi-VN" sz="2200" dirty="0">
                <a:solidFill>
                  <a:schemeClr val="tx1"/>
                </a:solidFill>
              </a:rPr>
              <a:t> – Tập trung nguồn lực vào các nhóm khách hàng có giá trị cao nhất.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🤝 </a:t>
            </a:r>
            <a:r>
              <a:rPr lang="vi-VN" sz="2200" b="1" dirty="0">
                <a:solidFill>
                  <a:schemeClr val="tx1"/>
                </a:solidFill>
              </a:rPr>
              <a:t>Giữ chân Khách hàng</a:t>
            </a:r>
            <a:r>
              <a:rPr lang="vi-VN" sz="2200" dirty="0">
                <a:solidFill>
                  <a:schemeClr val="tx1"/>
                </a:solidFill>
              </a:rPr>
              <a:t> – Nhận diện &amp; hành động kịp thời với khách hàng có nguy cơ rời bỏ.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🛠 </a:t>
            </a:r>
            <a:r>
              <a:rPr lang="vi-VN" sz="2200" b="1" dirty="0">
                <a:solidFill>
                  <a:schemeClr val="tx1"/>
                </a:solidFill>
              </a:rPr>
              <a:t>Cải thiện Sản phẩm/Dịch vụ</a:t>
            </a:r>
            <a:r>
              <a:rPr lang="vi-VN" sz="2200" dirty="0">
                <a:solidFill>
                  <a:schemeClr val="tx1"/>
                </a:solidFill>
              </a:rPr>
              <a:t> – Hiểu rõ hơn nhu cầu thực tế của từng nhóm.</a:t>
            </a:r>
          </a:p>
          <a:p>
            <a:r>
              <a:rPr lang="en-US" sz="2400" dirty="0"/>
              <a:t>📌 </a:t>
            </a:r>
            <a:r>
              <a:rPr lang="vi-VN" sz="2400" i="1" dirty="0"/>
              <a:t>Phân khúc đúng – Chiến lược mạnh – Kết quả bền vững!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5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0951-C3E0-4206-5287-FE6D96AE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5E222C9E-9149-A561-3FF0-A7A5F51B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Giới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thiệu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Mô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hình</a:t>
            </a:r>
            <a:r>
              <a:rPr lang="en-US" dirty="0">
                <a:latin typeface="+mn-lt"/>
              </a:rPr>
              <a:t> RFM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26106E3D-26AE-4017-BB40-50EBB95EB77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B0C415-82BC-BBE4-270F-EB56F2659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sz="2400" dirty="0"/>
              <a:t>📊 </a:t>
            </a:r>
            <a:r>
              <a:rPr lang="vi-VN" sz="2400" b="1" dirty="0"/>
              <a:t>RFM là gì?</a:t>
            </a:r>
            <a:br>
              <a:rPr lang="vi-VN" sz="2400" dirty="0"/>
            </a:br>
            <a:r>
              <a:rPr lang="vi-VN" sz="2400" b="1" dirty="0"/>
              <a:t>RFM</a:t>
            </a:r>
            <a:r>
              <a:rPr lang="vi-VN" sz="2400" dirty="0"/>
              <a:t> là một kỹ thuật phân khúc dựa trên hành vi mua hàng trong quá khứ. Đây là một phương pháp </a:t>
            </a:r>
            <a:r>
              <a:rPr lang="vi-VN" sz="2400" b="1" dirty="0"/>
              <a:t>trực quan</a:t>
            </a:r>
            <a:r>
              <a:rPr lang="vi-VN" sz="2400" dirty="0"/>
              <a:t> và </a:t>
            </a:r>
            <a:r>
              <a:rPr lang="vi-VN" sz="2400" b="1" dirty="0"/>
              <a:t>dễ diễn giải</a:t>
            </a:r>
            <a:r>
              <a:rPr lang="vi-VN" sz="2400" dirty="0"/>
              <a:t>, rất phù hợp cho các chiến lược tiếp thị cá nhân hóa.</a:t>
            </a:r>
            <a:endParaRPr lang="en-US" sz="2400" dirty="0"/>
          </a:p>
          <a:p>
            <a:pPr>
              <a:lnSpc>
                <a:spcPct val="130000"/>
              </a:lnSpc>
            </a:pPr>
            <a:r>
              <a:rPr lang="en-US" sz="2400" b="1" dirty="0"/>
              <a:t>🔍 </a:t>
            </a:r>
            <a:r>
              <a:rPr lang="vi-VN" sz="2400" b="1" dirty="0"/>
              <a:t>Giả định cốt lõi của RFM: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🕒 </a:t>
            </a:r>
            <a:r>
              <a:rPr lang="vi-VN" sz="2400" b="1" dirty="0"/>
              <a:t>Recency</a:t>
            </a:r>
            <a:r>
              <a:rPr lang="vi-VN" sz="2400" dirty="0"/>
              <a:t> – </a:t>
            </a:r>
            <a:r>
              <a:rPr lang="vi-VN" sz="2400" i="1" dirty="0"/>
              <a:t>Khách hàng mua hàng gần đây</a:t>
            </a:r>
            <a:br>
              <a:rPr lang="vi-VN" sz="2400" dirty="0"/>
            </a:br>
            <a:r>
              <a:rPr lang="vi-VN" sz="2400" dirty="0"/>
              <a:t>→ Có </a:t>
            </a:r>
            <a:r>
              <a:rPr lang="vi-VN" sz="2400" b="1" dirty="0"/>
              <a:t>nhiều khả năng phản hồi</a:t>
            </a:r>
            <a:r>
              <a:rPr lang="vi-VN" sz="2400" dirty="0"/>
              <a:t> với các chương trình khuyến mãi hơn.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🔁 </a:t>
            </a:r>
            <a:r>
              <a:rPr lang="vi-VN" sz="2400" b="1" dirty="0"/>
              <a:t>Frequency</a:t>
            </a:r>
            <a:r>
              <a:rPr lang="vi-VN" sz="2400" dirty="0"/>
              <a:t> – </a:t>
            </a:r>
            <a:r>
              <a:rPr lang="vi-VN" sz="2400" i="1" dirty="0"/>
              <a:t>Khách hàng mua hàng thường xuyên</a:t>
            </a:r>
            <a:br>
              <a:rPr lang="vi-VN" sz="2400" dirty="0"/>
            </a:br>
            <a:r>
              <a:rPr lang="vi-VN" sz="2400" dirty="0"/>
              <a:t>→ Thường là khách </a:t>
            </a:r>
            <a:r>
              <a:rPr lang="vi-VN" sz="2400" b="1" dirty="0"/>
              <a:t>trung thành</a:t>
            </a:r>
            <a:r>
              <a:rPr lang="vi-VN" sz="2400" dirty="0"/>
              <a:t>, quan tâm đến thương hiệu.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💰 </a:t>
            </a:r>
            <a:r>
              <a:rPr lang="vi-VN" sz="2400" b="1" dirty="0"/>
              <a:t>Monetary</a:t>
            </a:r>
            <a:r>
              <a:rPr lang="vi-VN" sz="2400" dirty="0"/>
              <a:t> – </a:t>
            </a:r>
            <a:r>
              <a:rPr lang="vi-VN" sz="2400" i="1" dirty="0"/>
              <a:t>Khách hàng chi tiêu nhiều</a:t>
            </a:r>
            <a:br>
              <a:rPr lang="vi-VN" sz="2400" dirty="0"/>
            </a:br>
            <a:r>
              <a:rPr lang="vi-VN" sz="2400" dirty="0"/>
              <a:t>→ Có </a:t>
            </a:r>
            <a:r>
              <a:rPr lang="vi-VN" sz="2400" b="1" dirty="0"/>
              <a:t>giá trị cao hơn</a:t>
            </a:r>
            <a:r>
              <a:rPr lang="vi-VN" sz="2400" dirty="0"/>
              <a:t> và nên được </a:t>
            </a:r>
            <a:r>
              <a:rPr lang="vi-VN" sz="2400" b="1" dirty="0"/>
              <a:t>ưu tiên chăm sóc đặc biệt</a:t>
            </a:r>
            <a:r>
              <a:rPr lang="vi-VN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28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D5E5-0779-8525-A9AC-0AC94A30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753BBF7-E52D-2A4E-1BBC-BC0015FF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Định </a:t>
            </a:r>
            <a:r>
              <a:rPr lang="en-US" dirty="0" err="1">
                <a:latin typeface="+mn-lt"/>
              </a:rPr>
              <a:t>nghĩa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các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thành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phần</a:t>
            </a:r>
            <a:r>
              <a:rPr lang="en-US" dirty="0">
                <a:latin typeface="+mn-lt"/>
              </a:rPr>
              <a:t> RFM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CE2C3BD6-4495-22CF-91AC-0A50E8E93C3F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96BC9-196F-6BE5-434B-7808ABE0C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📊 </a:t>
            </a:r>
            <a:r>
              <a:rPr lang="vi-VN" sz="2400" b="1" dirty="0"/>
              <a:t>Các thành phần của mô hình RFM: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🕒 </a:t>
            </a:r>
            <a:r>
              <a:rPr lang="vi-VN" sz="2400" b="1" dirty="0"/>
              <a:t>Recency (R):</a:t>
            </a:r>
            <a:br>
              <a:rPr lang="vi-VN" sz="2400" dirty="0"/>
            </a:br>
            <a:r>
              <a:rPr lang="vi-VN" sz="2400" i="1" dirty="0"/>
              <a:t>"Bạn đã ở đây bao lâu rồi?"</a:t>
            </a:r>
            <a:r>
              <a:rPr lang="vi-VN" sz="2400" dirty="0"/>
              <a:t> – Được tính bằng khoảng thời gian từ ngày phân tích đến ngày mua hàng cuối cùng của khách hàng.</a:t>
            </a:r>
            <a:br>
              <a:rPr lang="vi-VN" sz="2400" dirty="0"/>
            </a:br>
            <a:r>
              <a:rPr lang="vi-VN" sz="2400" dirty="0"/>
              <a:t>→ </a:t>
            </a:r>
            <a:r>
              <a:rPr lang="vi-VN" sz="2400" i="1" dirty="0"/>
              <a:t>Giá trị R càng nhỏ càng tốt.</a:t>
            </a:r>
            <a:endParaRPr lang="vi-VN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🔁 </a:t>
            </a:r>
            <a:r>
              <a:rPr lang="vi-VN" sz="2400" b="1" dirty="0"/>
              <a:t>Frequency (F):</a:t>
            </a:r>
            <a:br>
              <a:rPr lang="vi-VN" sz="2400" dirty="0"/>
            </a:br>
            <a:r>
              <a:rPr lang="vi-VN" sz="2400" i="1" dirty="0"/>
              <a:t>"Bạn có thường xuyên đến không?"</a:t>
            </a:r>
            <a:r>
              <a:rPr lang="vi-VN" sz="2400" dirty="0"/>
              <a:t> – Được tính bằng tổng số lần mua hàng (hoặc tổng số hóa đơn) của khách hàng.</a:t>
            </a:r>
            <a:br>
              <a:rPr lang="vi-VN" sz="2400" dirty="0"/>
            </a:br>
            <a:r>
              <a:rPr lang="vi-VN" sz="2400" dirty="0"/>
              <a:t>→ </a:t>
            </a:r>
            <a:r>
              <a:rPr lang="vi-VN" sz="2400" i="1" dirty="0"/>
              <a:t>Giá trị F càng lớn càng tốt.</a:t>
            </a:r>
            <a:endParaRPr lang="vi-VN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💰 </a:t>
            </a:r>
            <a:r>
              <a:rPr lang="vi-VN" sz="2400" b="1" dirty="0"/>
              <a:t>Monetary (M):</a:t>
            </a:r>
            <a:br>
              <a:rPr lang="vi-VN" sz="2400" dirty="0"/>
            </a:br>
            <a:r>
              <a:rPr lang="vi-VN" sz="2400" i="1" dirty="0"/>
              <a:t>"Bạn đã chi bao nhiêu?"</a:t>
            </a:r>
            <a:r>
              <a:rPr lang="vi-VN" sz="2400" dirty="0"/>
              <a:t> – Được tính bằng tổng số tiền mà khách hàng đã chi tiêu.</a:t>
            </a:r>
            <a:br>
              <a:rPr lang="vi-VN" sz="2400" dirty="0"/>
            </a:br>
            <a:r>
              <a:rPr lang="vi-VN" sz="2400" dirty="0"/>
              <a:t>→ </a:t>
            </a:r>
            <a:r>
              <a:rPr lang="vi-VN" sz="2400" i="1" dirty="0"/>
              <a:t>Giá trị M càng lớn càng tốt.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434974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9F55-29F5-1BE7-6BC3-03D2D13C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B1856942-0C86-FDD2-1F67-A0C55D1C8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Phần</a:t>
            </a:r>
            <a:r>
              <a:rPr lang="en-US" dirty="0">
                <a:latin typeface="+mn-lt"/>
              </a:rPr>
              <a:t> 2: Case Study #1 - </a:t>
            </a:r>
            <a:r>
              <a:rPr lang="en-US" dirty="0" err="1">
                <a:latin typeface="+mn-lt"/>
              </a:rPr>
              <a:t>Xây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dựng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mô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hình</a:t>
            </a:r>
            <a:r>
              <a:rPr lang="en-US" dirty="0">
                <a:latin typeface="+mn-lt"/>
              </a:rPr>
              <a:t> RFM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AC24F004-06C8-E2B9-B3E8-B02E8489E231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42F3F-2639-900B-974A-D8154023D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🛠 </a:t>
            </a:r>
            <a:r>
              <a:rPr lang="vi-VN" sz="2400" b="1" dirty="0"/>
              <a:t>Chúng ta sẽ thực hành từng bước để xây dựng mô hình RFM hoàn chỉnh cho bộ dữ </a:t>
            </a:r>
            <a:r>
              <a:rPr lang="en-US" sz="2400" dirty="0">
                <a:highlight>
                  <a:srgbClr val="C0C0C0"/>
                </a:highlight>
              </a:rPr>
              <a:t>OnlineRetail.csv</a:t>
            </a:r>
            <a:r>
              <a:rPr lang="vi-VN" sz="2400" b="1" dirty="0"/>
              <a:t>:</a:t>
            </a:r>
            <a:endParaRPr lang="vi-VN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🔹 </a:t>
            </a:r>
            <a:r>
              <a:rPr lang="vi-VN" sz="2400" b="1" dirty="0"/>
              <a:t>Bước 1</a:t>
            </a:r>
            <a:r>
              <a:rPr lang="vi-VN" sz="2400" dirty="0"/>
              <a:t>: Tính toán các giá trị </a:t>
            </a:r>
            <a:r>
              <a:rPr lang="vi-VN" sz="2400" b="1" dirty="0"/>
              <a:t>R, F, M</a:t>
            </a:r>
            <a:r>
              <a:rPr lang="vi-VN" sz="2400" dirty="0"/>
              <a:t> cho mỗi khách hàng.</a:t>
            </a:r>
            <a:br>
              <a:rPr lang="vi-VN" sz="2400" dirty="0"/>
            </a:br>
            <a:r>
              <a:rPr lang="en-US" sz="2400" dirty="0"/>
              <a:t>🔹 </a:t>
            </a:r>
            <a:r>
              <a:rPr lang="vi-VN" sz="2400" b="1" dirty="0"/>
              <a:t>Bước 2</a:t>
            </a:r>
            <a:r>
              <a:rPr lang="vi-VN" sz="2400" dirty="0"/>
              <a:t>: </a:t>
            </a:r>
            <a:r>
              <a:rPr lang="vi-VN" sz="2400" b="1" dirty="0"/>
              <a:t>Chấm điểm</a:t>
            </a:r>
            <a:r>
              <a:rPr lang="vi-VN" sz="2400" dirty="0"/>
              <a:t> R, F, M (từ 1 đến 5).</a:t>
            </a:r>
            <a:br>
              <a:rPr lang="vi-VN" sz="2400" dirty="0"/>
            </a:br>
            <a:r>
              <a:rPr lang="en-US" sz="2400" dirty="0"/>
              <a:t>🔹 </a:t>
            </a:r>
            <a:r>
              <a:rPr lang="vi-VN" sz="2400" b="1" dirty="0"/>
              <a:t>Bước 3</a:t>
            </a:r>
            <a:r>
              <a:rPr lang="vi-VN" sz="2400" dirty="0"/>
              <a:t>: Tạo </a:t>
            </a:r>
            <a:r>
              <a:rPr lang="vi-VN" sz="2400" b="1" dirty="0"/>
              <a:t>điểm RFM cuối cùng</a:t>
            </a:r>
            <a:r>
              <a:rPr lang="vi-VN" sz="2400" dirty="0"/>
              <a:t> và </a:t>
            </a:r>
            <a:r>
              <a:rPr lang="vi-VN" sz="2400" b="1" dirty="0"/>
              <a:t>phân khúc</a:t>
            </a:r>
            <a:r>
              <a:rPr lang="vi-VN" sz="2400" dirty="0"/>
              <a:t>.</a:t>
            </a:r>
            <a:br>
              <a:rPr lang="vi-VN" sz="2400" dirty="0"/>
            </a:br>
            <a:r>
              <a:rPr lang="en-US" sz="2400" dirty="0"/>
              <a:t>🔹 </a:t>
            </a:r>
            <a:r>
              <a:rPr lang="vi-VN" sz="2400" b="1" dirty="0"/>
              <a:t>Bước 4</a:t>
            </a:r>
            <a:r>
              <a:rPr lang="vi-VN" sz="2400" dirty="0"/>
              <a:t>: </a:t>
            </a:r>
            <a:r>
              <a:rPr lang="vi-VN" sz="2400" b="1" dirty="0"/>
              <a:t>Phân tích và trực quan hóa</a:t>
            </a:r>
            <a:r>
              <a:rPr lang="vi-VN" sz="2400" dirty="0"/>
              <a:t> các phân khúc.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68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F814-518E-47AF-D673-34814AE9E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1769EAC7-ACAF-08F0-AF06-0FFCD4EF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Bước 1: Chuẩn bị và Tính toán R, F, M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D316B49E-6209-19EC-F71D-8DD80E609932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A6A9D-2D71-03E5-9836-B4DAD2C9A797}"/>
              </a:ext>
            </a:extLst>
          </p:cNvPr>
          <p:cNvSpPr txBox="1"/>
          <p:nvPr/>
        </p:nvSpPr>
        <p:spPr>
          <a:xfrm>
            <a:off x="384048" y="1065324"/>
            <a:ext cx="11316934" cy="5111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Tải dữ liệu đã làm sạch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'OnlineRetail_Cleaned.csv'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Chuẩn hóa kiểu dữ liệu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'InvoiceDate'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to_datetime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'InvoiceDate'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'Quantity'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'Quantity'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'CustomerID'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'CustomerID'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Giả sử ngày phân tích là ngày sau ngày giao dịch cuối cùng 1 ngày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snapshot_date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df[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'InvoiceDate'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Timedelta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days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Tính R, F, M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df.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'CustomerID'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]).agg({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'InvoiceDate'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(snapshot_date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.max()).days, </a:t>
            </a: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Tính Recency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'InvoiceNo'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'nunique'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Tính Frequency bằng số hóa đơn duy nhất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'TotalPrice'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'sum'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Tính Monetary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Đổi tên cột cho dễ hiểu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'InvoiceDate'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'Recency'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'InvoiceNo'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'Frequency'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'TotalPrice'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'MonetaryValue'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inplace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05452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629-6B89-F5F1-53DD-863C5725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E6A56B6-6B97-3EB4-005B-8FB3A784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+mn-lt"/>
              </a:rPr>
              <a:t>Bước 2: Chấm điểm R, F, M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92EE966-BF1D-0DE5-132E-587F325FF5C8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361B-CCDF-CE3F-A27A-798477B64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1013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📊 </a:t>
            </a:r>
            <a:r>
              <a:rPr lang="vi-VN" sz="2400" b="1" dirty="0"/>
              <a:t>Chấm điểm RFM theo phân vị (quantiles)</a:t>
            </a:r>
            <a:r>
              <a:rPr lang="vi-VN" sz="2400" dirty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Chúng ta sẽ chia khách hàng thành 5 nhóm cho mỗi chỉ số</a:t>
            </a:r>
            <a:r>
              <a:rPr lang="vi-VN" sz="2400" dirty="0"/>
              <a:t> bằng cách sử dụng </a:t>
            </a:r>
            <a:r>
              <a:rPr lang="vi-VN" sz="2400" b="1" dirty="0"/>
              <a:t>phân vị</a:t>
            </a:r>
            <a:r>
              <a:rPr lang="vi-VN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Recency (R)</a:t>
            </a:r>
            <a:r>
              <a:rPr lang="vi-VN" sz="2400" dirty="0"/>
              <a:t>: Khách hàng có </a:t>
            </a:r>
            <a:r>
              <a:rPr lang="vi-VN" sz="2400" b="1" dirty="0"/>
              <a:t>R thấp nhất</a:t>
            </a:r>
            <a:r>
              <a:rPr lang="vi-VN" sz="2400" dirty="0"/>
              <a:t> </a:t>
            </a:r>
            <a:r>
              <a:rPr lang="vi-VN" sz="2400" i="1" dirty="0"/>
              <a:t>(mua gần đây nhất)</a:t>
            </a:r>
            <a:r>
              <a:rPr lang="vi-VN" sz="2400" dirty="0"/>
              <a:t> sẽ được </a:t>
            </a:r>
            <a:r>
              <a:rPr lang="vi-VN" sz="2400" b="1" dirty="0"/>
              <a:t>5 điểm</a:t>
            </a:r>
            <a:r>
              <a:rPr lang="vi-VN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Frequency (F)</a:t>
            </a:r>
            <a:r>
              <a:rPr lang="vi-VN" sz="2400" dirty="0"/>
              <a:t> &amp; </a:t>
            </a:r>
            <a:r>
              <a:rPr lang="vi-VN" sz="2400" b="1" dirty="0"/>
              <a:t>Monetary (M)</a:t>
            </a:r>
            <a:r>
              <a:rPr lang="vi-VN" sz="2400" dirty="0"/>
              <a:t>: Khách hàng có </a:t>
            </a:r>
            <a:r>
              <a:rPr lang="vi-VN" sz="2400" b="1" dirty="0"/>
              <a:t>F và M cao nhất</a:t>
            </a:r>
            <a:r>
              <a:rPr lang="vi-VN" sz="2400" dirty="0"/>
              <a:t> sẽ được </a:t>
            </a:r>
            <a:r>
              <a:rPr lang="vi-VN" sz="2400" b="1" dirty="0"/>
              <a:t>5 điểm</a:t>
            </a:r>
            <a:r>
              <a:rPr lang="vi-V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067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CFAA0-45E5-B5DC-AD94-D54AB26D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534D5C80-2F4C-60D7-4498-CA305C52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Calibri (Headings)"/>
              </a:rPr>
              <a:t>Bước 2: Chấm điểm R, F, M</a:t>
            </a:r>
            <a:endParaRPr lang="en-US" dirty="0">
              <a:latin typeface="Calibri (Headings)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2ABA5189-00FA-2A5B-9D91-6048525EFF0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BB5C8-D98B-DC1A-C608-DB09C3FCA0C2}"/>
              </a:ext>
            </a:extLst>
          </p:cNvPr>
          <p:cNvSpPr txBox="1"/>
          <p:nvPr/>
        </p:nvSpPr>
        <p:spPr>
          <a:xfrm>
            <a:off x="1078992" y="1527326"/>
            <a:ext cx="8467344" cy="3149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Chấm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điểm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Recency (R)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r_labels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5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là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tốt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nhất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R_Score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qcut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'Recency'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r_labels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'drop'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Chấm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điểm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Monetary (M)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m_labels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5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là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tốt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nhất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qcut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MonetaryValue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m_labels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duplicates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'drop'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Chấm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điểm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Frequency (F)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theo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giá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trị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F_Score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cut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'Frequency'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2108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F8D0-C26B-4F8B-CE63-0E0573C3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72F53FF-6D30-AEC5-122E-3D3A384D9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3: Tạo điểm RFM và Phân khúc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F35EF441-E3DB-149B-0A31-0D8AE31A92F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086571-C16D-E4A0-04A0-39AB05D0DFE0}"/>
                  </a:ext>
                </a:extLst>
              </p:cNvPr>
              <p:cNvSpPr txBox="1"/>
              <p:nvPr/>
            </p:nvSpPr>
            <p:spPr>
              <a:xfrm>
                <a:off x="718455" y="1059320"/>
                <a:ext cx="10868025" cy="2897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Điểm RFM 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tổng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hợp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Chúng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ta có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kết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hợp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điểm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lại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với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nhau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📌 Công </a:t>
                </a:r>
                <a:r>
                  <a:rPr lang="en-US" sz="2400" b="1" dirty="0" err="1"/>
                  <a:t>thức</a:t>
                </a:r>
                <a:r>
                  <a:rPr lang="en-US" sz="2400" b="1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/>
                  <a:t>RFM_Segment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ghép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chuỗi</a:t>
                </a:r>
                <a:r>
                  <a:rPr lang="en-US" sz="2400" dirty="0"/>
                  <a:t> 3 </a:t>
                </a:r>
                <a:r>
                  <a:rPr lang="en-US" sz="2400" dirty="0" err="1"/>
                  <a:t>điểm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𝑹𝑭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𝑺𝒆𝒈𝒎𝒆𝒏𝒕</m:t>
                          </m:r>
                        </m:sub>
                      </m:sSub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𝒔𝒕𝒓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𝒔𝒕𝒓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𝒔𝒕𝒓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/>
                  <a:t>RFM_Score</a:t>
                </a:r>
                <a:r>
                  <a:rPr lang="en-US" sz="2400" dirty="0"/>
                  <a:t> = </a:t>
                </a:r>
                <a:r>
                  <a:rPr lang="en-US" sz="2400" dirty="0" err="1"/>
                  <a:t>tổng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điểm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𝑹𝑭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𝑺𝒄𝒐𝒓𝒆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𝑺𝒄𝒐𝒓𝒆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𝑺𝒄𝒐𝒓𝒆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𝑺𝒄𝒐𝒓𝒆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086571-C16D-E4A0-04A0-39AB05D0D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55" y="1059320"/>
                <a:ext cx="10868025" cy="2897268"/>
              </a:xfrm>
              <a:prstGeom prst="rect">
                <a:avLst/>
              </a:prstGeom>
              <a:blipFill>
                <a:blip r:embed="rId2"/>
                <a:stretch>
                  <a:fillRect l="-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82FE9C7-7614-7B04-8496-1366061D72F4}"/>
              </a:ext>
            </a:extLst>
          </p:cNvPr>
          <p:cNvSpPr txBox="1"/>
          <p:nvPr/>
        </p:nvSpPr>
        <p:spPr>
          <a:xfrm>
            <a:off x="718454" y="4207078"/>
            <a:ext cx="10982527" cy="14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Nối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các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điểm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số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lại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thành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một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chuỗi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RFM_Segment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R_Score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]))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F_Score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]))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])),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RFM_Score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R_Score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F_Score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M_Score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en-US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4575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22D2-9D0A-9ECB-788A-533A5F9F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3C413C7-5607-1A1C-A800-71FAACAB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Bước 3: </a:t>
            </a:r>
            <a:r>
              <a:rPr lang="en-US" dirty="0"/>
              <a:t>…</a:t>
            </a:r>
            <a:r>
              <a:rPr lang="en-US" dirty="0" err="1">
                <a:latin typeface="Calibri(Headings)"/>
              </a:rPr>
              <a:t>Phân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khúc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dựa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trên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điểm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số</a:t>
            </a:r>
            <a:endParaRPr lang="en-US" dirty="0">
              <a:latin typeface="Calibri(Headings)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BA3F00B4-0BFB-F4F9-4D56-A4249B09055D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AC43F8-7D8C-D061-FBB1-17D9857E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886973"/>
              </p:ext>
            </p:extLst>
          </p:nvPr>
        </p:nvGraphicFramePr>
        <p:xfrm>
          <a:off x="1051686" y="899518"/>
          <a:ext cx="10649296" cy="583112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58147">
                  <a:extLst>
                    <a:ext uri="{9D8B030D-6E8A-4147-A177-3AD203B41FA5}">
                      <a16:colId xmlns:a16="http://schemas.microsoft.com/office/drawing/2014/main" val="1050348602"/>
                    </a:ext>
                  </a:extLst>
                </a:gridCol>
                <a:gridCol w="2783396">
                  <a:extLst>
                    <a:ext uri="{9D8B030D-6E8A-4147-A177-3AD203B41FA5}">
                      <a16:colId xmlns:a16="http://schemas.microsoft.com/office/drawing/2014/main" val="418069942"/>
                    </a:ext>
                  </a:extLst>
                </a:gridCol>
                <a:gridCol w="6007753">
                  <a:extLst>
                    <a:ext uri="{9D8B030D-6E8A-4147-A177-3AD203B41FA5}">
                      <a16:colId xmlns:a16="http://schemas.microsoft.com/office/drawing/2014/main" val="785800721"/>
                    </a:ext>
                  </a:extLst>
                </a:gridCol>
              </a:tblGrid>
              <a:tr h="335413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 số RFM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 khúc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Giải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thích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chi </a:t>
                      </a: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tiết</a:t>
                      </a:r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617070832"/>
                  </a:ext>
                </a:extLst>
              </a:tr>
              <a:tr h="838532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14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🏆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Champions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dịch gần đây, thường xuyên, chi tiêu cao.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Là khách hàng giá trị nhất.</a:t>
                      </a: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1987658749"/>
                  </a:ext>
                </a:extLst>
              </a:tr>
              <a:tr h="838532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11–13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💎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Loyal Customers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Mua hàng thường xuyên.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Trung thành với thương hiệu, dễ tiếp cận lại.</a:t>
                      </a: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1462222206"/>
                  </a:ext>
                </a:extLst>
              </a:tr>
              <a:tr h="109009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8–10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🌱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Loyalist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dịch tương đối gần đây, F và M trung bình.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 tiềm năng trở thành trung thành nếu chăm sóc tốt.</a:t>
                      </a: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3759598038"/>
                  </a:ext>
                </a:extLst>
              </a:tr>
              <a:tr h="838532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6–7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⚠️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 Risk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Trước đây từng chi tiêu nhưng gần đây không còn mua sắm.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Cần hành động để kéo lại.</a:t>
                      </a: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2088876240"/>
                  </a:ext>
                </a:extLst>
              </a:tr>
              <a:tr h="838532"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4–5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❗ </a:t>
                      </a: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Attention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Tần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suất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chi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tiêu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thấp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có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thể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vừa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tiếp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cận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lần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đầu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hoặc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mất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dần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tâm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955009148"/>
                  </a:ext>
                </a:extLst>
              </a:tr>
              <a:tr h="83853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4</a:t>
                      </a: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853" marR="83853" marT="41927" marB="41927" anchor="ctr"/>
                </a:tc>
                <a:tc>
                  <a:txBody>
                    <a:bodyPr/>
                    <a:lstStyle/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dịch đã lâu, ít tần suất, chi tiêu thấp. 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vi-VN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 thể đã rời bỏ thương hiệu.</a:t>
                      </a:r>
                    </a:p>
                  </a:txBody>
                  <a:tcPr marL="83853" marR="83853" marT="41927" marB="41927" anchor="ctr"/>
                </a:tc>
                <a:extLst>
                  <a:ext uri="{0D108BD9-81ED-4DB2-BD59-A6C34878D82A}">
                    <a16:rowId xmlns:a16="http://schemas.microsoft.com/office/drawing/2014/main" val="1785708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822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16E2C-BA3B-1A39-FA3E-F29972B0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B40E154C-9E05-7E62-DAF7-1737B289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Bước 3: </a:t>
            </a:r>
            <a:r>
              <a:rPr lang="en-US" dirty="0"/>
              <a:t>…</a:t>
            </a:r>
            <a:r>
              <a:rPr lang="en-US" dirty="0" err="1">
                <a:latin typeface="Calibri(Headings)"/>
              </a:rPr>
              <a:t>Phân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khúc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dựa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trên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điểm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số</a:t>
            </a:r>
            <a:endParaRPr lang="en-US" dirty="0">
              <a:latin typeface="Calibri(Headings)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F74738BD-6280-A7FA-7F12-2CEA3FF37D11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498B1-C514-66CA-7B01-4828B4BD2F11}"/>
              </a:ext>
            </a:extLst>
          </p:cNvPr>
          <p:cNvSpPr txBox="1"/>
          <p:nvPr/>
        </p:nvSpPr>
        <p:spPr>
          <a:xfrm>
            <a:off x="904875" y="862562"/>
            <a:ext cx="6878411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Định nghĩa các phân khúc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assign_segment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'RFM_Score'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'Champions'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Vô địch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'RFM_Score'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'Loyal Customers'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Khách hàng trung thành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'RFM_Score'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'Potential Loyalist'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Có tiềm năng trung thành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'RFM_Score'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'At Risk'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Có nguy cơ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'RFM_Score'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'Needs Attention'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Cần chú ý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'Lost'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Đã mất</a:t>
            </a:r>
            <a:endParaRPr lang="vi-VN" sz="1600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rfm_data[</a:t>
            </a:r>
            <a:r>
              <a:rPr lang="vi-VN" sz="1600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'Segment'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rfm_data.</a:t>
            </a:r>
            <a:r>
              <a:rPr lang="vi-VN" sz="1600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1600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assign_segment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sz="1600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vi-VN" sz="1600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6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vi-VN" sz="1600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vi-VN" sz="1600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9BAA80-C44F-3CD8-C1CD-1B8C0C3C2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3" y="4800494"/>
            <a:ext cx="9487388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94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1CE4-93CD-1BF7-63BE-CE9B6A91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1C6D3877-30D1-C1B8-3B4E-11169B2D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Bước 4: Phân tích và Trực quan hóa Phân khúc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B7A2C160-7B23-1E5B-0A8A-69DC01E39772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BD6D4-1A8E-77B7-406B-B28AD5135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9054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76EEF-5A4F-5F65-B2D7-75338D4FC076}"/>
              </a:ext>
            </a:extLst>
          </p:cNvPr>
          <p:cNvSpPr txBox="1"/>
          <p:nvPr/>
        </p:nvSpPr>
        <p:spPr>
          <a:xfrm>
            <a:off x="590551" y="1628771"/>
            <a:ext cx="6400800" cy="1841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segment_analysis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'Segment'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agg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'Recency'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'Frequency'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MonetaryValue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'count'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MonetaryValue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'count'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segment_analysis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DBCE4F-7296-4397-F383-CAE180A0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744" y="854866"/>
            <a:ext cx="5134239" cy="273127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7BB4BE6-5C31-226E-4DD2-C8B980E5ECBD}"/>
              </a:ext>
            </a:extLst>
          </p:cNvPr>
          <p:cNvGrpSpPr/>
          <p:nvPr/>
        </p:nvGrpSpPr>
        <p:grpSpPr>
          <a:xfrm>
            <a:off x="10827377" y="1160606"/>
            <a:ext cx="1203840" cy="385560"/>
            <a:chOff x="10827377" y="1160606"/>
            <a:chExt cx="120384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B8A6CF-2D36-B823-B2E7-BCE073320BD6}"/>
                    </a:ext>
                  </a:extLst>
                </p14:cNvPr>
                <p14:cNvContentPartPr/>
                <p14:nvPr/>
              </p14:nvContentPartPr>
              <p14:xfrm>
                <a:off x="10827377" y="1190126"/>
                <a:ext cx="687240" cy="356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1B8A6CF-2D36-B823-B2E7-BCE073320BD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18737" y="1181126"/>
                  <a:ext cx="7048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0B8304-A232-0DEC-C6E8-537D72DB98F6}"/>
                    </a:ext>
                  </a:extLst>
                </p14:cNvPr>
                <p14:cNvContentPartPr/>
                <p14:nvPr/>
              </p14:nvContentPartPr>
              <p14:xfrm>
                <a:off x="11578697" y="1206686"/>
                <a:ext cx="68760" cy="222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0B8304-A232-0DEC-C6E8-537D72DB98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69697" y="1197686"/>
                  <a:ext cx="86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FE3226-1E73-1E20-D73A-8D49EDED6C75}"/>
                    </a:ext>
                  </a:extLst>
                </p14:cNvPr>
                <p14:cNvContentPartPr/>
                <p14:nvPr/>
              </p14:nvContentPartPr>
              <p14:xfrm>
                <a:off x="11608577" y="1447526"/>
                <a:ext cx="3276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FE3226-1E73-1E20-D73A-8D49EDED6C7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99577" y="1438886"/>
                  <a:ext cx="50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3D6276-F2EC-EB22-E782-CA6A15D1E4E0}"/>
                    </a:ext>
                  </a:extLst>
                </p14:cNvPr>
                <p14:cNvContentPartPr/>
                <p14:nvPr/>
              </p14:nvContentPartPr>
              <p14:xfrm>
                <a:off x="11733857" y="1193006"/>
                <a:ext cx="85680" cy="252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3D6276-F2EC-EB22-E782-CA6A15D1E4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24857" y="1184366"/>
                  <a:ext cx="103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B914E38-3904-A1C1-7958-4F7961ABEF4C}"/>
                    </a:ext>
                  </a:extLst>
                </p14:cNvPr>
                <p14:cNvContentPartPr/>
                <p14:nvPr/>
              </p14:nvContentPartPr>
              <p14:xfrm>
                <a:off x="11772017" y="1473446"/>
                <a:ext cx="43920" cy="4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B914E38-3904-A1C1-7958-4F7961ABEF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63377" y="1464806"/>
                  <a:ext cx="61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4897A7-1F0F-83AA-36FD-5771276EFCB4}"/>
                    </a:ext>
                  </a:extLst>
                </p14:cNvPr>
                <p14:cNvContentPartPr/>
                <p14:nvPr/>
              </p14:nvContentPartPr>
              <p14:xfrm>
                <a:off x="11909177" y="1160606"/>
                <a:ext cx="122040" cy="263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4897A7-1F0F-83AA-36FD-5771276EFC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900537" y="1151966"/>
                  <a:ext cx="1396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9E2E7D-8740-0130-791F-A3939234B98C}"/>
                    </a:ext>
                  </a:extLst>
                </p14:cNvPr>
                <p14:cNvContentPartPr/>
                <p14:nvPr/>
              </p14:nvContentPartPr>
              <p14:xfrm>
                <a:off x="11971817" y="1510526"/>
                <a:ext cx="18720" cy="15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9E2E7D-8740-0130-791F-A3939234B9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963177" y="1501886"/>
                  <a:ext cx="36360" cy="33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8421D72-1BE4-3697-DF22-A57745A9ADFF}"/>
              </a:ext>
            </a:extLst>
          </p:cNvPr>
          <p:cNvSpPr txBox="1"/>
          <p:nvPr/>
        </p:nvSpPr>
        <p:spPr>
          <a:xfrm>
            <a:off x="696686" y="3632178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D33F41-81A7-6D6D-12E9-C6D3699A1450}"/>
              </a:ext>
            </a:extLst>
          </p:cNvPr>
          <p:cNvSpPr txBox="1"/>
          <p:nvPr/>
        </p:nvSpPr>
        <p:spPr>
          <a:xfrm>
            <a:off x="696686" y="4259989"/>
            <a:ext cx="6400800" cy="96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countplot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'Segment'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rfm_data[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'Segment'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value_counts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().index)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'Số lượng Khách hàng theo Phân khúc'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970E97-F65D-9836-A641-EC9E941879C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7486" y="3738043"/>
            <a:ext cx="4313281" cy="296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9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C8AC6-3957-A2B3-7F0B-DD3109B6C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C902782-3BA5-123C-0057-AC8F8603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Calibri(Headings)"/>
              </a:rPr>
              <a:t>Đề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xuất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Hành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động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cho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từng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Phân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khúc</a:t>
            </a:r>
            <a:endParaRPr lang="en-US" dirty="0">
              <a:latin typeface="Calibri(Headings)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C0052FF8-8E27-442B-BFE0-BCAB067029F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F13D5-CFED-195D-9189-21521CB36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🎯 </a:t>
            </a:r>
            <a:r>
              <a:rPr lang="vi-VN" sz="2400" b="1" dirty="0"/>
              <a:t>Champions</a:t>
            </a:r>
            <a:r>
              <a:rPr lang="en-US" sz="2400" b="1" dirty="0"/>
              <a:t> </a:t>
            </a:r>
            <a:r>
              <a:rPr lang="vi-VN" sz="2400" dirty="0"/>
              <a:t>– Thưởng, trao đặc quyền, biến họ thành đại sứ thương hiệu.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🎯 </a:t>
            </a:r>
            <a:r>
              <a:rPr lang="vi-VN" sz="2400" b="1" dirty="0"/>
              <a:t>Loyal Customers</a:t>
            </a:r>
            <a:r>
              <a:rPr lang="en-US" sz="2400" b="1" dirty="0"/>
              <a:t> </a:t>
            </a:r>
            <a:r>
              <a:rPr lang="vi-VN" sz="2400" dirty="0"/>
              <a:t>– Chương trình khách hàng thân thiết, bán thêm (up-sell).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🎯 </a:t>
            </a:r>
            <a:r>
              <a:rPr lang="vi-VN" sz="2400" b="1" dirty="0"/>
              <a:t>Potential Loyalist</a:t>
            </a:r>
            <a:r>
              <a:rPr lang="en-US" sz="2400" b="1" dirty="0"/>
              <a:t> </a:t>
            </a:r>
            <a:r>
              <a:rPr lang="vi-VN" sz="2400" dirty="0"/>
              <a:t>– Cung cấp các gói thành viên, các chương trình giới thiệu.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🎯 </a:t>
            </a:r>
            <a:r>
              <a:rPr lang="vi-VN" sz="2400" b="1" dirty="0"/>
              <a:t>At Risk</a:t>
            </a:r>
            <a:r>
              <a:rPr lang="en-US" sz="2400" b="1" dirty="0"/>
              <a:t> </a:t>
            </a:r>
            <a:r>
              <a:rPr lang="vi-VN" sz="2400" dirty="0"/>
              <a:t>– Gửi email cá nhân hóa để kết nối lại, cung cấp ưu đãi đặc biệt.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🎯 </a:t>
            </a:r>
            <a:r>
              <a:rPr lang="vi-VN" sz="2400" b="1" dirty="0"/>
              <a:t>Needs Attention</a:t>
            </a:r>
            <a:r>
              <a:rPr lang="en-US" sz="2400" b="1" dirty="0"/>
              <a:t> </a:t>
            </a:r>
            <a:r>
              <a:rPr lang="vi-VN" sz="2400" dirty="0"/>
              <a:t>– Gửi các hướng dẫn, khảo sát để tìm hiểu nhu cầu.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🎯 </a:t>
            </a:r>
            <a:r>
              <a:rPr lang="vi-VN" sz="2400" b="1" dirty="0"/>
              <a:t>Lost</a:t>
            </a:r>
            <a:r>
              <a:rPr lang="en-US" sz="2400" b="1" dirty="0"/>
              <a:t> </a:t>
            </a:r>
            <a:r>
              <a:rPr lang="vi-VN" sz="2400" dirty="0"/>
              <a:t>– Không cần tốn quá nhiều nguồn lực, có thể loại khỏi danh sách marketing.</a:t>
            </a:r>
          </a:p>
        </p:txBody>
      </p:sp>
    </p:spTree>
    <p:extLst>
      <p:ext uri="{BB962C8B-B14F-4D97-AF65-F5344CB8AC3E}">
        <p14:creationId xmlns:p14="http://schemas.microsoft.com/office/powerpoint/2010/main" val="104427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C328E-ED8B-396C-55AF-9625ED8B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261E6F6E-5F17-094A-C361-C94D820D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2800" dirty="0"/>
              <a:t>PHẦN 3: K-MEANS - PHƯƠNG PHÁP PHÂN CỤM TỰ ĐỘNG</a:t>
            </a:r>
            <a:endParaRPr lang="en-US" sz="2800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903F85A-C842-F2A7-D878-3F4239A6F65A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E5AD2-8642-D5CB-D2C7-481DC33EF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Giới thiệu K-Means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Một cách tiếp cận khác để phân khúc khách hàng.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ách thuật toán 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K-Means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hoạt động.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Phương pháp tìm số cụm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(K) tối ưu: Elbow Method.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1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FD285-AE0C-27AA-8811-01DAAED4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CDC75177-FC96-5C6E-CFB6-7423ECC2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Calibri(Headings)"/>
              </a:rPr>
              <a:t>Giới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thiệu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Thuật</a:t>
            </a:r>
            <a:r>
              <a:rPr lang="en-US" dirty="0">
                <a:latin typeface="Calibri(Headings)"/>
              </a:rPr>
              <a:t> </a:t>
            </a:r>
            <a:r>
              <a:rPr lang="en-US" dirty="0" err="1">
                <a:latin typeface="Calibri(Headings)"/>
              </a:rPr>
              <a:t>toán</a:t>
            </a:r>
            <a:r>
              <a:rPr lang="en-US" dirty="0">
                <a:latin typeface="Calibri(Headings)"/>
              </a:rPr>
              <a:t> K-Means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70C43A42-8C8C-1BFC-00AF-A7C4D1F8CA45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FFF0A0-3033-25D0-0A39-BE75D5379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1179234"/>
            <a:ext cx="11110431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 khi phân khúc "thủ công" bằng luật RFM, chúng ta sẽ khám phá một phương pháp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 động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hơn.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là một trong những thuật toán gom cụm (clustering) phổ biến nhất, cho phép máy tính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tự tìm ra các nhóm (cụm) khách hàng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đặc điểm tương tự nhau dựa trên dữ liệu.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Mục tiêu: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Phân chia khách hàng vào K cụm sao cho khoảng cách giữa các khách hàng trong cùng một cụm là nhỏ nhất.</a:t>
            </a:r>
          </a:p>
        </p:txBody>
      </p:sp>
    </p:spTree>
    <p:extLst>
      <p:ext uri="{BB962C8B-B14F-4D97-AF65-F5344CB8AC3E}">
        <p14:creationId xmlns:p14="http://schemas.microsoft.com/office/powerpoint/2010/main" val="2203458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37DB-B9E7-7BCA-88C0-2C6BB586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0E942774-2888-FDEB-C920-E1EC1527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K-Means hoạt động như thế nào?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9377C153-DE3E-15EE-DC07-E3C986562FF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263262-9C71-DC1E-A49C-7728E8F70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6" y="1254712"/>
            <a:ext cx="482101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Khởi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ngẫu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(centroids) ban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Gán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khoảng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Cập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mỗi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lấy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Lặp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Lặp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còn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đổi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nữa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00707111-B728-CF8C-8BAB-BE5FAD2BC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629" y="985840"/>
            <a:ext cx="5770912" cy="5607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994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0B5C-896F-C071-395D-69FE3F02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A672F67D-4A04-394A-8C3D-0B89B448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Calibri (Headings)"/>
              </a:rPr>
              <a:t>Thách</a:t>
            </a:r>
            <a:r>
              <a:rPr lang="en-US" dirty="0">
                <a:latin typeface="Calibri (Headings)"/>
              </a:rPr>
              <a:t> </a:t>
            </a:r>
            <a:r>
              <a:rPr lang="en-US" dirty="0" err="1">
                <a:latin typeface="Calibri (Headings)"/>
              </a:rPr>
              <a:t>thức</a:t>
            </a:r>
            <a:r>
              <a:rPr lang="en-US" dirty="0">
                <a:latin typeface="Calibri (Headings)"/>
              </a:rPr>
              <a:t> &amp; </a:t>
            </a:r>
            <a:r>
              <a:rPr lang="en-US" dirty="0" err="1">
                <a:latin typeface="Calibri (Headings)"/>
              </a:rPr>
              <a:t>Giải</a:t>
            </a:r>
            <a:r>
              <a:rPr lang="en-US" dirty="0">
                <a:latin typeface="Calibri (Headings)"/>
              </a:rPr>
              <a:t> </a:t>
            </a:r>
            <a:r>
              <a:rPr lang="en-US" dirty="0" err="1">
                <a:latin typeface="Calibri (Headings)"/>
              </a:rPr>
              <a:t>pháp</a:t>
            </a:r>
            <a:r>
              <a:rPr lang="en-US" dirty="0">
                <a:latin typeface="Calibri (Headings)"/>
              </a:rPr>
              <a:t>: </a:t>
            </a:r>
            <a:r>
              <a:rPr lang="en-US" dirty="0" err="1">
                <a:latin typeface="Calibri (Headings)"/>
              </a:rPr>
              <a:t>Chọn</a:t>
            </a:r>
            <a:r>
              <a:rPr lang="en-US" dirty="0">
                <a:latin typeface="Calibri (Headings)"/>
              </a:rPr>
              <a:t> K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128011D6-CB23-8F7C-7BD8-EFF3E6002DFA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242" name="Picture 2" descr="Qu'est-ce que le clustering k-means ? | IBM">
            <a:extLst>
              <a:ext uri="{FF2B5EF4-FFF2-40B4-BE49-F238E27FC236}">
                <a16:creationId xmlns:a16="http://schemas.microsoft.com/office/drawing/2014/main" id="{14697E39-C9B3-3B1E-28A7-9A8C8059FA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98" t="5193" r="17903" b="6031"/>
          <a:stretch>
            <a:fillRect/>
          </a:stretch>
        </p:blipFill>
        <p:spPr bwMode="auto">
          <a:xfrm>
            <a:off x="7886699" y="1055915"/>
            <a:ext cx="4060372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9103DC7F-C398-95B6-D67A-4C0B7DB13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058892"/>
            <a:ext cx="7200900" cy="5615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Thách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thức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trước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Phương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Khuỷu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tay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(Elbow Method)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K-Means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10).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vẽ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WCSS (Within-Cluster Sum of Squares) -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chặt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khuỷu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283913-EA77-C8F9-4162-74416D36A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403" y="4476455"/>
            <a:ext cx="4012962" cy="149737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80997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68FB7-3AE6-73F5-0E11-0A101F7A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898D73A3-42D0-F613-8305-DA6FA331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 (Headings)"/>
              </a:rPr>
              <a:t>PHẦN 4: CASE STUDY #2 - ÁP DỤNG K-MEANS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10ED0B5F-FADC-EF25-E531-CE87AEE167B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0D5C8E-CDC4-A542-502C-AB7F1AF68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2400" b="1" dirty="0"/>
              <a:t>K-Means tự động phân khúc</a:t>
            </a:r>
            <a:r>
              <a:rPr lang="vi-VN" sz="2400" dirty="0"/>
              <a:t> khách hàng dựa trên dữ liệu </a:t>
            </a:r>
            <a:r>
              <a:rPr lang="vi-VN" sz="2400" b="1" dirty="0"/>
              <a:t>R, F, 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Bước 1:</a:t>
            </a:r>
            <a:r>
              <a:rPr lang="vi-VN" sz="2400" dirty="0"/>
              <a:t> Chuẩn bị và Chuẩn hóa dữ liệu.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Bước 2:</a:t>
            </a:r>
            <a:r>
              <a:rPr lang="vi-VN" sz="2400" dirty="0"/>
              <a:t> Tìm số cụm K tối ưu bằng Elbow Method.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Bước 3:</a:t>
            </a:r>
            <a:r>
              <a:rPr lang="vi-VN" sz="2400" dirty="0"/>
              <a:t> Huấn luyện mô hình K-Means.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Bước 4:</a:t>
            </a:r>
            <a:r>
              <a:rPr lang="vi-VN" sz="2400" dirty="0"/>
              <a:t> Phân tích và so sánh kết quả.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80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FA959-2EE2-0475-BAD5-E3FEB6DC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33E0648-F602-8CB5-49E1-B2100F2A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1: Chuẩn bị và Chuẩn hóa Dữ liệu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91ADACC5-376D-AF64-CCBC-F8FAA2A1E488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80C2BE-898C-E829-ABB5-64EB00BFA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785977"/>
            <a:ext cx="11110431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Các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R, F, M có thang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MonetaryValue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chục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nghìn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Frequency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K-Means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khoảng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Euclidean,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có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lấn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át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Chuẩn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(Standardization)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DEECE-C8DA-19C8-6A19-B619478C0A14}"/>
              </a:ext>
            </a:extLst>
          </p:cNvPr>
          <p:cNvSpPr txBox="1"/>
          <p:nvPr/>
        </p:nvSpPr>
        <p:spPr>
          <a:xfrm>
            <a:off x="904875" y="4133817"/>
            <a:ext cx="10427154" cy="2277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Chỉ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lấy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các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cột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số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để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gom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cụm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rfm_numeric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'Recency'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'Frequency'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MonetaryValue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Chuẩn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hóa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dữ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liệu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scaler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rfm_scaled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scaler.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rfm_numeric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rfm_scaled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In 5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dòng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đầu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của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dữ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liệu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đã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chuẩn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hóa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737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00583-82AF-D353-8C37-02F7BA94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87DD680F-FB46-121C-346E-76235DB2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2: Tìm K tối ưu (Elbow Method)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86134B69-1C45-6666-EFD8-5A6B838F48B4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25197A-871D-9586-6400-8D08C9E51460}"/>
              </a:ext>
            </a:extLst>
          </p:cNvPr>
          <p:cNvSpPr txBox="1"/>
          <p:nvPr/>
        </p:nvSpPr>
        <p:spPr>
          <a:xfrm>
            <a:off x="696685" y="854866"/>
            <a:ext cx="6400800" cy="576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cluster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KMeans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Tính WCSS cho các giá trị K khác nhau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wcss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k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kmeans 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KMeans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n_clusters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'k-means++'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n_init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kmeans.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(rfm_scaled)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wcss.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(kmeans.inertia_) </a:t>
            </a: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inertia_ là giá trị WCSS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Vẽ biểu đồ Elbow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), wcss,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marker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hiển thị xticks theo số nguyên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xticks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kẻ đưởng thẳng đứng để xác định elbow point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axvline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linestyle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'--'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'Elbow Point (K=3)'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axvline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linestyle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'--'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'Elbow Point (K=4)'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'Elbow Method để tìm K tối ưu'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'Số cụm (K)'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'WCSS'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828677-B733-5503-859E-FBA514E28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101" y="808830"/>
            <a:ext cx="5588399" cy="3565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178AE9-442D-1805-8276-91568BE685DE}"/>
              </a:ext>
            </a:extLst>
          </p:cNvPr>
          <p:cNvSpPr txBox="1"/>
          <p:nvPr/>
        </p:nvSpPr>
        <p:spPr>
          <a:xfrm>
            <a:off x="6901543" y="4595299"/>
            <a:ext cx="5109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Hình ảnh biểu đồ Elbow, cho thấy đường cong gập lại ở </a:t>
            </a:r>
            <a:r>
              <a:rPr lang="vi-VN" sz="2400" b="1" dirty="0"/>
              <a:t>K=3</a:t>
            </a:r>
            <a:r>
              <a:rPr lang="vi-VN" sz="2400" dirty="0"/>
              <a:t> hoặc </a:t>
            </a:r>
            <a:r>
              <a:rPr lang="vi-VN" sz="2400" b="1" dirty="0"/>
              <a:t>K=4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9265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5CBC-B6BD-B27D-471B-67602621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BA48CDC-46D4-475C-4A3A-CB0B2B14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3: Huấn luyện mô hình K-Means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9620725D-7401-79B9-7D6A-D77A80EE96D3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1A9B79-0CF6-F364-F3C3-2B250B2B9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892745"/>
            <a:ext cx="11110431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Elbow: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khuỷu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còn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WCSS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nữa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đường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bắt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dần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ta,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gập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ở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K=3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K=4.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Lựa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K=4: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 do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học: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K=4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trở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mức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WCSS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còn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 do Kinh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doanh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K=4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phép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có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nhìn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nhóm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K=3,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vẫn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số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nhóm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đủ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dàng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Đây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K=4.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83096-B918-7E12-2BA5-84B80EA4191C}"/>
              </a:ext>
            </a:extLst>
          </p:cNvPr>
          <p:cNvSpPr txBox="1"/>
          <p:nvPr/>
        </p:nvSpPr>
        <p:spPr>
          <a:xfrm>
            <a:off x="805542" y="4798718"/>
            <a:ext cx="5736772" cy="205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Xây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dựng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mô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hình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với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K=4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kmeans_model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KMeans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n_clusters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'k-means++'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n_init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kmeans_model.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rfm_scaled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Gán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nhãn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cụm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vào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 ban </a:t>
            </a:r>
            <a:r>
              <a:rPr lang="en-US" b="1" dirty="0" err="1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đầu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'Cluster'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kmeans_model.labels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_</a:t>
            </a:r>
          </a:p>
          <a:p>
            <a:pPr>
              <a:lnSpc>
                <a:spcPts val="1650"/>
              </a:lnSpc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C29759-CA0E-76D7-CA71-F2ED12E3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601" y="4529824"/>
            <a:ext cx="4502381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9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3906-9D0B-969A-C61F-2368E950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5AB9B948-4D8B-7CE6-C78B-6933A47C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latin typeface="+mn-lt"/>
              </a:rPr>
              <a:t>Bước 4: Phân tích kết quả các cụm</a:t>
            </a:r>
            <a:endParaRPr lang="en-US" dirty="0">
              <a:latin typeface="+mn-lt"/>
            </a:endParaRP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BECA5C65-8C33-29A8-43BA-0EEC695C150F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F474C-8CA1-5E01-9081-DA28C8D5CBDF}"/>
              </a:ext>
            </a:extLst>
          </p:cNvPr>
          <p:cNvSpPr txBox="1"/>
          <p:nvPr/>
        </p:nvSpPr>
        <p:spPr>
          <a:xfrm>
            <a:off x="805543" y="1078076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cụm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5BC6E-C84B-BA87-10BE-B4BFAEBFA9B1}"/>
              </a:ext>
            </a:extLst>
          </p:cNvPr>
          <p:cNvSpPr txBox="1"/>
          <p:nvPr/>
        </p:nvSpPr>
        <p:spPr>
          <a:xfrm>
            <a:off x="805543" y="1637359"/>
            <a:ext cx="6400800" cy="205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cluster_analysis_kmeans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groupby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'Cluster'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agg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'Recency'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'Frequency'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MonetaryValue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'mean'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'Cluster'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'count'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US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rename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'Cluster'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'Count'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650"/>
              </a:lnSpc>
            </a:pPr>
            <a:b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cluster_analysis_kmeans</a:t>
            </a:r>
            <a:endParaRPr lang="en-US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192E6B-CDDC-43EA-F001-BA72714F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497" y="1308909"/>
            <a:ext cx="4659235" cy="18231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19736E-0F3B-A274-1666-490239A36C19}"/>
              </a:ext>
            </a:extLst>
          </p:cNvPr>
          <p:cNvSpPr txBox="1"/>
          <p:nvPr/>
        </p:nvSpPr>
        <p:spPr>
          <a:xfrm>
            <a:off x="805543" y="4465646"/>
            <a:ext cx="5834743" cy="118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sns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scatterplot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'Recency'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MonetaryValue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hue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'Cluster'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palette</a:t>
            </a:r>
            <a:r>
              <a:rPr lang="en-US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viridis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Phân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cụm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khách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hàng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bằng</a:t>
            </a:r>
            <a:r>
              <a:rPr lang="en-US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 K-Means'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</a:pPr>
            <a:r>
              <a:rPr lang="en-US" b="1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b="1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D84F91-BC08-2E3F-15C1-9D4C7E6ED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351" y="3260541"/>
            <a:ext cx="4699525" cy="3597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7ED3DD-C46A-1316-06A8-DA826BE16544}"/>
              </a:ext>
            </a:extLst>
          </p:cNvPr>
          <p:cNvSpPr txBox="1"/>
          <p:nvPr/>
        </p:nvSpPr>
        <p:spPr>
          <a:xfrm>
            <a:off x="805543" y="3997837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ECE55-589B-E5E5-D2D8-2F09B1F8BB58}"/>
              </a:ext>
            </a:extLst>
          </p:cNvPr>
          <p:cNvSpPr txBox="1"/>
          <p:nvPr/>
        </p:nvSpPr>
        <p:spPr>
          <a:xfrm>
            <a:off x="861523" y="6060458"/>
            <a:ext cx="6400800" cy="533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vi-VN" b="1" dirty="0">
                <a:solidFill>
                  <a:srgbClr val="6E7781"/>
                </a:solidFill>
                <a:effectLst/>
                <a:latin typeface="Consolas" panose="020B0609020204030204" pitchFamily="49" charset="0"/>
              </a:rPr>
              <a:t># Lưu dữ liệu RFM đã phân cụm vào file CSV</a:t>
            </a:r>
            <a:endParaRPr lang="vi-VN" b="1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rfm_data.</a:t>
            </a:r>
            <a:r>
              <a:rPr lang="vi-VN" b="1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to_csv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b="1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'rfm_data.csv'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vi-VN" b="1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vi-VN" b="1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vi-VN" b="1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34512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C250E-7FA9-8115-4B99-B8B3E733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D35240B-44F9-90B0-3687-182B20B0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So </a:t>
            </a:r>
            <a:r>
              <a:rPr lang="en-US" dirty="0" err="1">
                <a:latin typeface="+mn-lt"/>
              </a:rPr>
              <a:t>sánh</a:t>
            </a:r>
            <a:r>
              <a:rPr lang="en-US" dirty="0">
                <a:latin typeface="+mn-lt"/>
              </a:rPr>
              <a:t> K-Means </a:t>
            </a:r>
            <a:r>
              <a:rPr lang="en-US" dirty="0" err="1">
                <a:latin typeface="+mn-lt"/>
              </a:rPr>
              <a:t>và</a:t>
            </a:r>
            <a:r>
              <a:rPr lang="en-US" dirty="0">
                <a:latin typeface="+mn-lt"/>
              </a:rPr>
              <a:t> RFM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7BBD42B7-E32D-E6B0-CDDC-24197C9A9542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4C62D5-4D53-45C2-A0C8-126BC3E78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0551" y="862880"/>
            <a:ext cx="11110431" cy="5840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tường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Nhược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diễn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chọn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diễn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gắn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liền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Nhược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tắc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sẵn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bỏ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mẫu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phức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phương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đều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hữu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RFM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rất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nhanh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K-Means có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nhìn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sâu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hơn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4768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ABC4-EEFB-08D7-FDC8-9CF6D7AA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A5F9BF52-188E-4A72-D6A0-5928E090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Homework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93D1FCAE-AD38-63F2-C3C8-64A76C90608E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3E748-5CD8-36E0-446C-2EF8E9409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vi-VN" sz="2400" b="1" dirty="0">
                <a:latin typeface="Arial" panose="020B0604020202020204" pitchFamily="34" charset="0"/>
                <a:cs typeface="Arial" panose="020B0604020202020204" pitchFamily="34" charset="0"/>
              </a:rPr>
              <a:t>Bài tập (K-Means):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Thử chạy lại mô hình K-Means với số cụm K khác (ví dụ K=3 hoặc K=5).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Phân tích và so sánh đặc điểm của các cụm mới tìm được.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09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792F-C89C-AA7B-AF31-72CDC9AA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FB0A6394-1D84-11BB-E74B-2BE78860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Hỏi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đáp</a:t>
            </a:r>
            <a:r>
              <a:rPr lang="en-US" dirty="0">
                <a:latin typeface="+mn-lt"/>
              </a:rPr>
              <a:t> – Q&amp;A</a:t>
            </a:r>
          </a:p>
        </p:txBody>
      </p:sp>
      <p:sp>
        <p:nvSpPr>
          <p:cNvPr id="7" name="Chỗ dành sẵn cho Số hiệu Bản chiếu 4">
            <a:extLst>
              <a:ext uri="{FF2B5EF4-FFF2-40B4-BE49-F238E27FC236}">
                <a16:creationId xmlns:a16="http://schemas.microsoft.com/office/drawing/2014/main" id="{3917B1D1-A0C2-4E6C-967A-2D105EA7C506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CCAD9-481E-194A-8718-CED141F29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37044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3390</Words>
  <Application>Microsoft Office PowerPoint</Application>
  <PresentationFormat>Widescreen</PresentationFormat>
  <Paragraphs>282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(Headings)</vt:lpstr>
      <vt:lpstr>Calibri Light</vt:lpstr>
      <vt:lpstr>Calibri(Headings)</vt:lpstr>
      <vt:lpstr>Cambria Math</vt:lpstr>
      <vt:lpstr>Consolas</vt:lpstr>
      <vt:lpstr>Times New Roman</vt:lpstr>
      <vt:lpstr>Chủ đề Office</vt:lpstr>
      <vt:lpstr>Lesson 3: Phân khúc khách hàng theo K-Means dựa vào RFM</vt:lpstr>
      <vt:lpstr>Nội dung</vt:lpstr>
      <vt:lpstr>Mục tiêu Buổi học</vt:lpstr>
      <vt:lpstr>Phần 1: Giới thiệu Phân khúc Khách hàng &amp; Mô hình RFM.</vt:lpstr>
      <vt:lpstr>Tại sao phải Phân khúc Khách hàng?</vt:lpstr>
      <vt:lpstr>Giới thiệu Mô hình RFM</vt:lpstr>
      <vt:lpstr>Định nghĩa các thành phần RFM</vt:lpstr>
      <vt:lpstr>Phần 2: Case Study #1 - Xây dựng mô hình RFM</vt:lpstr>
      <vt:lpstr>Bước 1: Chuẩn bị và Tính toán R, F, M</vt:lpstr>
      <vt:lpstr>Bước 2: Chấm điểm R, F, M</vt:lpstr>
      <vt:lpstr>Bước 2: Chấm điểm R, F, M</vt:lpstr>
      <vt:lpstr>Bước 3: Tạo điểm RFM và Phân khúc</vt:lpstr>
      <vt:lpstr>Bước 3: …Phân khúc dựa trên điểm số</vt:lpstr>
      <vt:lpstr>Bước 3: …Phân khúc dựa trên điểm số</vt:lpstr>
      <vt:lpstr>Bước 4: Phân tích và Trực quan hóa Phân khúc</vt:lpstr>
      <vt:lpstr>Đề xuất Hành động cho từng Phân khúc</vt:lpstr>
      <vt:lpstr>PHẦN 3: K-MEANS - PHƯƠNG PHÁP PHÂN CỤM TỰ ĐỘNG</vt:lpstr>
      <vt:lpstr>Giới thiệu Thuật toán K-Means</vt:lpstr>
      <vt:lpstr>K-Means hoạt động như thế nào?</vt:lpstr>
      <vt:lpstr>Thách thức &amp; Giải pháp: Chọn K</vt:lpstr>
      <vt:lpstr>PHẦN 4: CASE STUDY #2 - ÁP DỤNG K-MEANS</vt:lpstr>
      <vt:lpstr>Bước 1: Chuẩn bị và Chuẩn hóa Dữ liệu</vt:lpstr>
      <vt:lpstr>Bước 2: Tìm K tối ưu (Elbow Method)</vt:lpstr>
      <vt:lpstr>Bước 3: Huấn luyện mô hình K-Means</vt:lpstr>
      <vt:lpstr>Bước 4: Phân tích kết quả các cụm</vt:lpstr>
      <vt:lpstr>So sánh K-Means và RFM</vt:lpstr>
      <vt:lpstr>Homework</vt:lpstr>
      <vt:lpstr>Hỏi đáp –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Python basic</dc:title>
  <dc:creator>Nguyen Long</dc:creator>
  <cp:lastModifiedBy>Nguyen Tuan. Long</cp:lastModifiedBy>
  <cp:revision>4</cp:revision>
  <dcterms:created xsi:type="dcterms:W3CDTF">2020-08-13T10:53:55Z</dcterms:created>
  <dcterms:modified xsi:type="dcterms:W3CDTF">2025-08-03T02:00:54Z</dcterms:modified>
</cp:coreProperties>
</file>